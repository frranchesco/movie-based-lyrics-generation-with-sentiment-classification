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7" r:id="rId4"/>
    <p:sldMasterId id="214748370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Instrument Sans Medium"/>
      <p:regular r:id="rId16"/>
      <p:bold r:id="rId17"/>
      <p:italic r:id="rId18"/>
      <p:boldItalic r:id="rId19"/>
    </p:embeddedFont>
    <p:embeddedFont>
      <p:font typeface="Instrument Sans SemiBold"/>
      <p:regular r:id="rId20"/>
      <p:bold r:id="rId21"/>
      <p:italic r:id="rId22"/>
      <p:boldItalic r:id="rId23"/>
    </p:embeddedFont>
    <p:embeddedFont>
      <p:font typeface="Outfit Light"/>
      <p:regular r:id="rId24"/>
      <p:bold r:id="rId25"/>
    </p:embeddedFont>
    <p:embeddedFont>
      <p:font typeface="Outfit"/>
      <p:regular r:id="rId26"/>
      <p:bold r:id="rId27"/>
    </p:embeddedFont>
    <p:embeddedFont>
      <p:font typeface="Instrument Sans"/>
      <p:regular r:id="rId28"/>
      <p:bold r:id="rId29"/>
      <p:italic r:id="rId30"/>
      <p:boldItalic r:id="rId31"/>
    </p:embeddedFont>
    <p:embeddedFont>
      <p:font typeface="Outfit SemiBold"/>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strumentSans-boldItalic.fntdata"/><Relationship Id="rId30" Type="http://schemas.openxmlformats.org/officeDocument/2006/relationships/font" Target="fonts/InstrumentSans-italic.fntdata"/><Relationship Id="rId33" Type="http://schemas.openxmlformats.org/officeDocument/2006/relationships/font" Target="fonts/OutfitSemiBold-bold.fntdata"/><Relationship Id="rId32" Type="http://schemas.openxmlformats.org/officeDocument/2006/relationships/font" Target="fonts/OutfitSemiBold-regular.fntdata"/><Relationship Id="rId20" Type="http://schemas.openxmlformats.org/officeDocument/2006/relationships/font" Target="fonts/InstrumentSansSemiBold-regular.fntdata"/><Relationship Id="rId22" Type="http://schemas.openxmlformats.org/officeDocument/2006/relationships/font" Target="fonts/InstrumentSansSemiBold-italic.fntdata"/><Relationship Id="rId21" Type="http://schemas.openxmlformats.org/officeDocument/2006/relationships/font" Target="fonts/InstrumentSansSemiBold-bold.fntdata"/><Relationship Id="rId24" Type="http://schemas.openxmlformats.org/officeDocument/2006/relationships/font" Target="fonts/OutfitLight-regular.fntdata"/><Relationship Id="rId23" Type="http://schemas.openxmlformats.org/officeDocument/2006/relationships/font" Target="fonts/InstrumentSansSemiBold-boldItalic.fntdata"/><Relationship Id="rId26" Type="http://schemas.openxmlformats.org/officeDocument/2006/relationships/font" Target="fonts/Outfit-regular.fntdata"/><Relationship Id="rId25" Type="http://schemas.openxmlformats.org/officeDocument/2006/relationships/font" Target="fonts/OutfitLight-bold.fntdata"/><Relationship Id="rId28" Type="http://schemas.openxmlformats.org/officeDocument/2006/relationships/font" Target="fonts/InstrumentSans-regular.fntdata"/><Relationship Id="rId27" Type="http://schemas.openxmlformats.org/officeDocument/2006/relationships/font" Target="fonts/Outfit-bold.fntdata"/><Relationship Id="rId29" Type="http://schemas.openxmlformats.org/officeDocument/2006/relationships/font" Target="fonts/InstrumentSans-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strumentSansMedium-bold.fntdata"/><Relationship Id="rId16" Type="http://schemas.openxmlformats.org/officeDocument/2006/relationships/font" Target="fonts/InstrumentSansMedium-regular.fntdata"/><Relationship Id="rId19" Type="http://schemas.openxmlformats.org/officeDocument/2006/relationships/font" Target="fonts/InstrumentSansMedium-boldItalic.fntdata"/><Relationship Id="rId18" Type="http://schemas.openxmlformats.org/officeDocument/2006/relationships/font" Target="fonts/InstrumentSans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da851945b9_0_3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da851945b9_0_3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da851945b9_0_3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da851945b9_0_3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da851945b9_0_3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da851945b9_0_3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da851945b9_0_3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da851945b9_0_3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da851945b9_0_3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da851945b9_0_3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da851945b9_0_3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da851945b9_0_3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da851945b9_0_3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da851945b9_0_3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da851945b9_0_3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da851945b9_0_3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da851945b9_0_3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da851945b9_0_3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3">
    <p:spTree>
      <p:nvGrpSpPr>
        <p:cNvPr id="53" name="Shape 53"/>
        <p:cNvGrpSpPr/>
        <p:nvPr/>
      </p:nvGrpSpPr>
      <p:grpSpPr>
        <a:xfrm>
          <a:off x="0" y="0"/>
          <a:ext cx="0" cy="0"/>
          <a:chOff x="0" y="0"/>
          <a:chExt cx="0" cy="0"/>
        </a:xfrm>
      </p:grpSpPr>
      <p:sp>
        <p:nvSpPr>
          <p:cNvPr id="54" name="Google Shape;54;p14"/>
          <p:cNvSpPr/>
          <p:nvPr/>
        </p:nvSpPr>
        <p:spPr>
          <a:xfrm flipH="1">
            <a:off x="575775" y="282900"/>
            <a:ext cx="6489000" cy="4574400"/>
          </a:xfrm>
          <a:prstGeom prst="round2DiagRect">
            <a:avLst>
              <a:gd fmla="val 6071"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55" name="Google Shape;55;p14"/>
          <p:cNvSpPr/>
          <p:nvPr/>
        </p:nvSpPr>
        <p:spPr>
          <a:xfrm rot="5400000">
            <a:off x="7817600" y="-468900"/>
            <a:ext cx="291000" cy="1794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56" name="Google Shape;56;p14"/>
          <p:cNvSpPr/>
          <p:nvPr/>
        </p:nvSpPr>
        <p:spPr>
          <a:xfrm>
            <a:off x="284775" y="282900"/>
            <a:ext cx="291000" cy="4574400"/>
          </a:xfrm>
          <a:prstGeom prst="roundRect">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57" name="Google Shape;57;p14"/>
          <p:cNvSpPr txBox="1"/>
          <p:nvPr>
            <p:ph idx="1" type="subTitle"/>
          </p:nvPr>
        </p:nvSpPr>
        <p:spPr>
          <a:xfrm>
            <a:off x="1008000" y="4285050"/>
            <a:ext cx="1573800" cy="333300"/>
          </a:xfrm>
          <a:prstGeom prst="rect">
            <a:avLst/>
          </a:prstGeom>
        </p:spPr>
        <p:txBody>
          <a:bodyPr anchorCtr="0" anchor="b" bIns="0" lIns="0" spcFirstLastPara="1" rIns="0" wrap="square" tIns="0">
            <a:noAutofit/>
          </a:bodyPr>
          <a:lstStyle>
            <a:lvl1pPr lvl="0">
              <a:spcBef>
                <a:spcPts val="0"/>
              </a:spcBef>
              <a:spcAft>
                <a:spcPts val="0"/>
              </a:spcAft>
              <a:buSzPts val="800"/>
              <a:buFont typeface="Outfit"/>
              <a:buNone/>
              <a:defRPr sz="800">
                <a:latin typeface="Outfit"/>
                <a:ea typeface="Outfit"/>
                <a:cs typeface="Outfit"/>
                <a:sym typeface="Outfit"/>
              </a:defRPr>
            </a:lvl1pPr>
            <a:lvl2pPr lvl="1">
              <a:spcBef>
                <a:spcPts val="0"/>
              </a:spcBef>
              <a:spcAft>
                <a:spcPts val="0"/>
              </a:spcAft>
              <a:buSzPts val="800"/>
              <a:buFont typeface="Outfit"/>
              <a:buNone/>
              <a:defRPr sz="800">
                <a:latin typeface="Outfit"/>
                <a:ea typeface="Outfit"/>
                <a:cs typeface="Outfit"/>
                <a:sym typeface="Outfit"/>
              </a:defRPr>
            </a:lvl2pPr>
            <a:lvl3pPr lvl="2">
              <a:spcBef>
                <a:spcPts val="0"/>
              </a:spcBef>
              <a:spcAft>
                <a:spcPts val="0"/>
              </a:spcAft>
              <a:buSzPts val="800"/>
              <a:buFont typeface="Outfit"/>
              <a:buNone/>
              <a:defRPr sz="800">
                <a:latin typeface="Outfit"/>
                <a:ea typeface="Outfit"/>
                <a:cs typeface="Outfit"/>
                <a:sym typeface="Outfit"/>
              </a:defRPr>
            </a:lvl3pPr>
            <a:lvl4pPr lvl="3">
              <a:spcBef>
                <a:spcPts val="0"/>
              </a:spcBef>
              <a:spcAft>
                <a:spcPts val="0"/>
              </a:spcAft>
              <a:buSzPts val="800"/>
              <a:buFont typeface="Outfit"/>
              <a:buNone/>
              <a:defRPr sz="800">
                <a:latin typeface="Outfit"/>
                <a:ea typeface="Outfit"/>
                <a:cs typeface="Outfit"/>
                <a:sym typeface="Outfit"/>
              </a:defRPr>
            </a:lvl4pPr>
            <a:lvl5pPr lvl="4">
              <a:spcBef>
                <a:spcPts val="0"/>
              </a:spcBef>
              <a:spcAft>
                <a:spcPts val="0"/>
              </a:spcAft>
              <a:buSzPts val="800"/>
              <a:buFont typeface="Outfit"/>
              <a:buNone/>
              <a:defRPr sz="800">
                <a:latin typeface="Outfit"/>
                <a:ea typeface="Outfit"/>
                <a:cs typeface="Outfit"/>
                <a:sym typeface="Outfit"/>
              </a:defRPr>
            </a:lvl5pPr>
            <a:lvl6pPr lvl="5">
              <a:spcBef>
                <a:spcPts val="0"/>
              </a:spcBef>
              <a:spcAft>
                <a:spcPts val="0"/>
              </a:spcAft>
              <a:buSzPts val="800"/>
              <a:buFont typeface="Outfit"/>
              <a:buNone/>
              <a:defRPr sz="800">
                <a:latin typeface="Outfit"/>
                <a:ea typeface="Outfit"/>
                <a:cs typeface="Outfit"/>
                <a:sym typeface="Outfit"/>
              </a:defRPr>
            </a:lvl6pPr>
            <a:lvl7pPr lvl="6">
              <a:spcBef>
                <a:spcPts val="0"/>
              </a:spcBef>
              <a:spcAft>
                <a:spcPts val="0"/>
              </a:spcAft>
              <a:buSzPts val="800"/>
              <a:buFont typeface="Outfit"/>
              <a:buNone/>
              <a:defRPr sz="800">
                <a:latin typeface="Outfit"/>
                <a:ea typeface="Outfit"/>
                <a:cs typeface="Outfit"/>
                <a:sym typeface="Outfit"/>
              </a:defRPr>
            </a:lvl7pPr>
            <a:lvl8pPr lvl="7">
              <a:spcBef>
                <a:spcPts val="0"/>
              </a:spcBef>
              <a:spcAft>
                <a:spcPts val="0"/>
              </a:spcAft>
              <a:buSzPts val="800"/>
              <a:buFont typeface="Outfit"/>
              <a:buNone/>
              <a:defRPr sz="800">
                <a:latin typeface="Outfit"/>
                <a:ea typeface="Outfit"/>
                <a:cs typeface="Outfit"/>
                <a:sym typeface="Outfit"/>
              </a:defRPr>
            </a:lvl8pPr>
            <a:lvl9pPr lvl="8">
              <a:spcBef>
                <a:spcPts val="0"/>
              </a:spcBef>
              <a:spcAft>
                <a:spcPts val="0"/>
              </a:spcAft>
              <a:buSzPts val="800"/>
              <a:buFont typeface="Outfit"/>
              <a:buNone/>
              <a:defRPr sz="800">
                <a:latin typeface="Outfit"/>
                <a:ea typeface="Outfit"/>
                <a:cs typeface="Outfit"/>
                <a:sym typeface="Outfit"/>
              </a:defRPr>
            </a:lvl9pPr>
          </a:lstStyle>
          <a:p/>
        </p:txBody>
      </p:sp>
      <p:sp>
        <p:nvSpPr>
          <p:cNvPr id="58" name="Google Shape;58;p14"/>
          <p:cNvSpPr txBox="1"/>
          <p:nvPr>
            <p:ph type="title"/>
          </p:nvPr>
        </p:nvSpPr>
        <p:spPr>
          <a:xfrm>
            <a:off x="1008000" y="587700"/>
            <a:ext cx="4957200" cy="12234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59" name="Google Shape;59;p14"/>
          <p:cNvSpPr/>
          <p:nvPr>
            <p:ph idx="2" type="pic"/>
          </p:nvPr>
        </p:nvSpPr>
        <p:spPr>
          <a:xfrm>
            <a:off x="7064850" y="575175"/>
            <a:ext cx="1794600" cy="4283100"/>
          </a:xfrm>
          <a:prstGeom prst="roundRect">
            <a:avLst>
              <a:gd fmla="val 16555" name="adj"/>
            </a:avLst>
          </a:prstGeom>
          <a:noFill/>
          <a:ln>
            <a:noFill/>
          </a:ln>
        </p:spPr>
      </p:sp>
      <p:sp>
        <p:nvSpPr>
          <p:cNvPr id="60" name="Google Shape;60;p14"/>
          <p:cNvSpPr txBox="1"/>
          <p:nvPr>
            <p:ph idx="3" type="subTitle"/>
          </p:nvPr>
        </p:nvSpPr>
        <p:spPr>
          <a:xfrm>
            <a:off x="3178225" y="4285050"/>
            <a:ext cx="1573800" cy="3333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800"/>
              <a:buFont typeface="Outfit"/>
              <a:buNone/>
              <a:defRPr sz="800">
                <a:latin typeface="Outfit"/>
                <a:ea typeface="Outfit"/>
                <a:cs typeface="Outfit"/>
                <a:sym typeface="Outfit"/>
              </a:defRPr>
            </a:lvl1pPr>
            <a:lvl2pPr lvl="1">
              <a:spcBef>
                <a:spcPts val="0"/>
              </a:spcBef>
              <a:spcAft>
                <a:spcPts val="0"/>
              </a:spcAft>
              <a:buClr>
                <a:schemeClr val="lt1"/>
              </a:buClr>
              <a:buSzPts val="800"/>
              <a:buFont typeface="Outfit"/>
              <a:buNone/>
              <a:defRPr sz="800">
                <a:latin typeface="Outfit"/>
                <a:ea typeface="Outfit"/>
                <a:cs typeface="Outfit"/>
                <a:sym typeface="Outfit"/>
              </a:defRPr>
            </a:lvl2pPr>
            <a:lvl3pPr lvl="2">
              <a:spcBef>
                <a:spcPts val="0"/>
              </a:spcBef>
              <a:spcAft>
                <a:spcPts val="0"/>
              </a:spcAft>
              <a:buClr>
                <a:schemeClr val="lt1"/>
              </a:buClr>
              <a:buSzPts val="800"/>
              <a:buFont typeface="Outfit"/>
              <a:buNone/>
              <a:defRPr sz="800">
                <a:latin typeface="Outfit"/>
                <a:ea typeface="Outfit"/>
                <a:cs typeface="Outfit"/>
                <a:sym typeface="Outfit"/>
              </a:defRPr>
            </a:lvl3pPr>
            <a:lvl4pPr lvl="3">
              <a:spcBef>
                <a:spcPts val="0"/>
              </a:spcBef>
              <a:spcAft>
                <a:spcPts val="0"/>
              </a:spcAft>
              <a:buClr>
                <a:schemeClr val="lt1"/>
              </a:buClr>
              <a:buSzPts val="800"/>
              <a:buFont typeface="Outfit"/>
              <a:buNone/>
              <a:defRPr sz="800">
                <a:latin typeface="Outfit"/>
                <a:ea typeface="Outfit"/>
                <a:cs typeface="Outfit"/>
                <a:sym typeface="Outfit"/>
              </a:defRPr>
            </a:lvl4pPr>
            <a:lvl5pPr lvl="4">
              <a:spcBef>
                <a:spcPts val="0"/>
              </a:spcBef>
              <a:spcAft>
                <a:spcPts val="0"/>
              </a:spcAft>
              <a:buClr>
                <a:schemeClr val="lt1"/>
              </a:buClr>
              <a:buSzPts val="800"/>
              <a:buFont typeface="Outfit"/>
              <a:buNone/>
              <a:defRPr sz="800">
                <a:latin typeface="Outfit"/>
                <a:ea typeface="Outfit"/>
                <a:cs typeface="Outfit"/>
                <a:sym typeface="Outfit"/>
              </a:defRPr>
            </a:lvl5pPr>
            <a:lvl6pPr lvl="5">
              <a:spcBef>
                <a:spcPts val="0"/>
              </a:spcBef>
              <a:spcAft>
                <a:spcPts val="0"/>
              </a:spcAft>
              <a:buClr>
                <a:schemeClr val="lt1"/>
              </a:buClr>
              <a:buSzPts val="800"/>
              <a:buFont typeface="Outfit"/>
              <a:buNone/>
              <a:defRPr sz="800">
                <a:latin typeface="Outfit"/>
                <a:ea typeface="Outfit"/>
                <a:cs typeface="Outfit"/>
                <a:sym typeface="Outfit"/>
              </a:defRPr>
            </a:lvl6pPr>
            <a:lvl7pPr lvl="6">
              <a:spcBef>
                <a:spcPts val="0"/>
              </a:spcBef>
              <a:spcAft>
                <a:spcPts val="0"/>
              </a:spcAft>
              <a:buClr>
                <a:schemeClr val="lt1"/>
              </a:buClr>
              <a:buSzPts val="800"/>
              <a:buFont typeface="Outfit"/>
              <a:buNone/>
              <a:defRPr sz="800">
                <a:latin typeface="Outfit"/>
                <a:ea typeface="Outfit"/>
                <a:cs typeface="Outfit"/>
                <a:sym typeface="Outfit"/>
              </a:defRPr>
            </a:lvl7pPr>
            <a:lvl8pPr lvl="7">
              <a:spcBef>
                <a:spcPts val="0"/>
              </a:spcBef>
              <a:spcAft>
                <a:spcPts val="0"/>
              </a:spcAft>
              <a:buClr>
                <a:schemeClr val="lt1"/>
              </a:buClr>
              <a:buSzPts val="800"/>
              <a:buFont typeface="Outfit"/>
              <a:buNone/>
              <a:defRPr sz="800">
                <a:latin typeface="Outfit"/>
                <a:ea typeface="Outfit"/>
                <a:cs typeface="Outfit"/>
                <a:sym typeface="Outfit"/>
              </a:defRPr>
            </a:lvl8pPr>
            <a:lvl9pPr lvl="8">
              <a:spcBef>
                <a:spcPts val="0"/>
              </a:spcBef>
              <a:spcAft>
                <a:spcPts val="0"/>
              </a:spcAft>
              <a:buClr>
                <a:schemeClr val="lt1"/>
              </a:buClr>
              <a:buSzPts val="800"/>
              <a:buFont typeface="Outfit"/>
              <a:buNone/>
              <a:defRPr sz="800">
                <a:latin typeface="Outfit"/>
                <a:ea typeface="Outfit"/>
                <a:cs typeface="Outfit"/>
                <a:sym typeface="Outfi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61" name="Shape 61"/>
        <p:cNvGrpSpPr/>
        <p:nvPr/>
      </p:nvGrpSpPr>
      <p:grpSpPr>
        <a:xfrm>
          <a:off x="0" y="0"/>
          <a:ext cx="0" cy="0"/>
          <a:chOff x="0" y="0"/>
          <a:chExt cx="0" cy="0"/>
        </a:xfrm>
      </p:grpSpPr>
      <p:sp>
        <p:nvSpPr>
          <p:cNvPr id="62" name="Google Shape;62;p15"/>
          <p:cNvSpPr txBox="1"/>
          <p:nvPr>
            <p:ph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 name="Google Shape;63;p15"/>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64" name="Google Shape;64;p15"/>
          <p:cNvSpPr txBox="1"/>
          <p:nvPr>
            <p:ph idx="2"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65" name="Google Shape;65;p15"/>
          <p:cNvSpPr txBox="1"/>
          <p:nvPr>
            <p:ph idx="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3">
    <p:spTree>
      <p:nvGrpSpPr>
        <p:cNvPr id="66" name="Shape 66"/>
        <p:cNvGrpSpPr/>
        <p:nvPr/>
      </p:nvGrpSpPr>
      <p:grpSpPr>
        <a:xfrm>
          <a:off x="0" y="0"/>
          <a:ext cx="0" cy="0"/>
          <a:chOff x="0" y="0"/>
          <a:chExt cx="0" cy="0"/>
        </a:xfrm>
      </p:grpSpPr>
      <p:sp>
        <p:nvSpPr>
          <p:cNvPr id="67" name="Google Shape;67;p16"/>
          <p:cNvSpPr txBox="1"/>
          <p:nvPr>
            <p:ph type="title"/>
          </p:nvPr>
        </p:nvSpPr>
        <p:spPr>
          <a:xfrm>
            <a:off x="284775"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8" name="Google Shape;68;p16"/>
          <p:cNvSpPr txBox="1"/>
          <p:nvPr>
            <p:ph idx="1"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69" name="Google Shape;69;p16"/>
          <p:cNvSpPr txBox="1"/>
          <p:nvPr>
            <p:ph idx="2"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BLANK_1_1_1_1_1_1_1_3">
    <p:spTree>
      <p:nvGrpSpPr>
        <p:cNvPr id="70" name="Shape 70"/>
        <p:cNvGrpSpPr/>
        <p:nvPr/>
      </p:nvGrpSpPr>
      <p:grpSpPr>
        <a:xfrm>
          <a:off x="0" y="0"/>
          <a:ext cx="0" cy="0"/>
          <a:chOff x="0" y="0"/>
          <a:chExt cx="0" cy="0"/>
        </a:xfrm>
      </p:grpSpPr>
      <p:sp>
        <p:nvSpPr>
          <p:cNvPr id="71" name="Google Shape;71;p17"/>
          <p:cNvSpPr/>
          <p:nvPr/>
        </p:nvSpPr>
        <p:spPr>
          <a:xfrm flipH="1">
            <a:off x="575775" y="282900"/>
            <a:ext cx="8283600" cy="4574400"/>
          </a:xfrm>
          <a:prstGeom prst="round2DiagRect">
            <a:avLst>
              <a:gd fmla="val 6071"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72" name="Google Shape;72;p17"/>
          <p:cNvSpPr txBox="1"/>
          <p:nvPr>
            <p:ph type="title"/>
          </p:nvPr>
        </p:nvSpPr>
        <p:spPr>
          <a:xfrm>
            <a:off x="779100" y="282900"/>
            <a:ext cx="4234800" cy="45744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3" name="Google Shape;73;p17"/>
          <p:cNvSpPr/>
          <p:nvPr/>
        </p:nvSpPr>
        <p:spPr>
          <a:xfrm>
            <a:off x="284775" y="282900"/>
            <a:ext cx="291000" cy="45744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3">
    <p:bg>
      <p:bgPr>
        <a:solidFill>
          <a:schemeClr val="lt2"/>
        </a:solidFill>
      </p:bgPr>
    </p:bg>
    <p:spTree>
      <p:nvGrpSpPr>
        <p:cNvPr id="74" name="Shape 74"/>
        <p:cNvGrpSpPr/>
        <p:nvPr/>
      </p:nvGrpSpPr>
      <p:grpSpPr>
        <a:xfrm>
          <a:off x="0" y="0"/>
          <a:ext cx="0" cy="0"/>
          <a:chOff x="0" y="0"/>
          <a:chExt cx="0" cy="0"/>
        </a:xfrm>
      </p:grpSpPr>
      <p:sp>
        <p:nvSpPr>
          <p:cNvPr id="75" name="Google Shape;75;p18"/>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76" name="Google Shape;76;p18"/>
          <p:cNvSpPr txBox="1"/>
          <p:nvPr>
            <p:ph idx="2"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77" name="Google Shape;77;p18"/>
          <p:cNvSpPr txBox="1"/>
          <p:nvPr>
            <p:ph idx="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lt2"/>
        </a:solidFill>
      </p:bgPr>
    </p:bg>
    <p:spTree>
      <p:nvGrpSpPr>
        <p:cNvPr id="78" name="Shape 78"/>
        <p:cNvGrpSpPr/>
        <p:nvPr/>
      </p:nvGrpSpPr>
      <p:grpSpPr>
        <a:xfrm>
          <a:off x="0" y="0"/>
          <a:ext cx="0" cy="0"/>
          <a:chOff x="0" y="0"/>
          <a:chExt cx="0" cy="0"/>
        </a:xfrm>
      </p:grpSpPr>
      <p:sp>
        <p:nvSpPr>
          <p:cNvPr id="79" name="Google Shape;79;p19"/>
          <p:cNvSpPr txBox="1"/>
          <p:nvPr>
            <p:ph type="title"/>
          </p:nvPr>
        </p:nvSpPr>
        <p:spPr>
          <a:xfrm>
            <a:off x="284775" y="282900"/>
            <a:ext cx="27873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80" name="Google Shape;80;p19"/>
          <p:cNvSpPr txBox="1"/>
          <p:nvPr>
            <p:ph idx="1" type="subTitle"/>
          </p:nvPr>
        </p:nvSpPr>
        <p:spPr>
          <a:xfrm>
            <a:off x="3348525" y="79492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81" name="Google Shape;81;p19"/>
          <p:cNvSpPr txBox="1"/>
          <p:nvPr>
            <p:ph idx="2" type="subTitle"/>
          </p:nvPr>
        </p:nvSpPr>
        <p:spPr>
          <a:xfrm>
            <a:off x="6242100" y="79492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82" name="Google Shape;82;p19"/>
          <p:cNvSpPr txBox="1"/>
          <p:nvPr>
            <p:ph idx="3" type="subTitle"/>
          </p:nvPr>
        </p:nvSpPr>
        <p:spPr>
          <a:xfrm>
            <a:off x="3348525" y="191190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83" name="Google Shape;83;p19"/>
          <p:cNvSpPr txBox="1"/>
          <p:nvPr>
            <p:ph idx="4" type="subTitle"/>
          </p:nvPr>
        </p:nvSpPr>
        <p:spPr>
          <a:xfrm>
            <a:off x="6242100" y="191190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84" name="Google Shape;84;p19"/>
          <p:cNvSpPr txBox="1"/>
          <p:nvPr>
            <p:ph idx="5" type="subTitle"/>
          </p:nvPr>
        </p:nvSpPr>
        <p:spPr>
          <a:xfrm>
            <a:off x="3348525" y="302887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85" name="Google Shape;85;p19"/>
          <p:cNvSpPr txBox="1"/>
          <p:nvPr>
            <p:ph idx="6" type="subTitle"/>
          </p:nvPr>
        </p:nvSpPr>
        <p:spPr>
          <a:xfrm>
            <a:off x="6242100" y="302887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86" name="Google Shape;86;p19"/>
          <p:cNvSpPr txBox="1"/>
          <p:nvPr>
            <p:ph idx="7" type="subTitle"/>
          </p:nvPr>
        </p:nvSpPr>
        <p:spPr>
          <a:xfrm>
            <a:off x="3348525" y="414585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87" name="Google Shape;87;p19"/>
          <p:cNvSpPr txBox="1"/>
          <p:nvPr>
            <p:ph idx="8" type="subTitle"/>
          </p:nvPr>
        </p:nvSpPr>
        <p:spPr>
          <a:xfrm>
            <a:off x="6242100" y="414585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88" name="Google Shape;88;p19"/>
          <p:cNvSpPr txBox="1"/>
          <p:nvPr>
            <p:ph idx="9" type="subTitle"/>
          </p:nvPr>
        </p:nvSpPr>
        <p:spPr>
          <a:xfrm>
            <a:off x="3348525" y="5060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89" name="Google Shape;89;p19"/>
          <p:cNvSpPr txBox="1"/>
          <p:nvPr>
            <p:ph idx="13" type="subTitle"/>
          </p:nvPr>
        </p:nvSpPr>
        <p:spPr>
          <a:xfrm>
            <a:off x="6242100" y="5060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90" name="Google Shape;90;p19"/>
          <p:cNvSpPr txBox="1"/>
          <p:nvPr>
            <p:ph idx="14" type="subTitle"/>
          </p:nvPr>
        </p:nvSpPr>
        <p:spPr>
          <a:xfrm>
            <a:off x="3348525" y="16230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91" name="Google Shape;91;p19"/>
          <p:cNvSpPr txBox="1"/>
          <p:nvPr>
            <p:ph idx="15" type="subTitle"/>
          </p:nvPr>
        </p:nvSpPr>
        <p:spPr>
          <a:xfrm>
            <a:off x="6242100" y="16230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92" name="Google Shape;92;p19"/>
          <p:cNvSpPr txBox="1"/>
          <p:nvPr>
            <p:ph idx="16" type="subTitle"/>
          </p:nvPr>
        </p:nvSpPr>
        <p:spPr>
          <a:xfrm>
            <a:off x="3348525" y="27401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93" name="Google Shape;93;p19"/>
          <p:cNvSpPr txBox="1"/>
          <p:nvPr>
            <p:ph idx="17" type="subTitle"/>
          </p:nvPr>
        </p:nvSpPr>
        <p:spPr>
          <a:xfrm>
            <a:off x="6242100" y="27401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94" name="Google Shape;94;p19"/>
          <p:cNvSpPr txBox="1"/>
          <p:nvPr>
            <p:ph idx="18" type="subTitle"/>
          </p:nvPr>
        </p:nvSpPr>
        <p:spPr>
          <a:xfrm>
            <a:off x="3348525" y="38571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95" name="Google Shape;95;p19"/>
          <p:cNvSpPr txBox="1"/>
          <p:nvPr>
            <p:ph idx="19" type="subTitle"/>
          </p:nvPr>
        </p:nvSpPr>
        <p:spPr>
          <a:xfrm>
            <a:off x="6242100" y="38571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_1">
    <p:bg>
      <p:bgPr>
        <a:solidFill>
          <a:schemeClr val="lt2"/>
        </a:solidFill>
      </p:bgPr>
    </p:bg>
    <p:spTree>
      <p:nvGrpSpPr>
        <p:cNvPr id="96" name="Shape 96"/>
        <p:cNvGrpSpPr/>
        <p:nvPr/>
      </p:nvGrpSpPr>
      <p:grpSpPr>
        <a:xfrm>
          <a:off x="0" y="0"/>
          <a:ext cx="0" cy="0"/>
          <a:chOff x="0" y="0"/>
          <a:chExt cx="0" cy="0"/>
        </a:xfrm>
      </p:grpSpPr>
      <p:sp>
        <p:nvSpPr>
          <p:cNvPr id="97" name="Google Shape;97;p20"/>
          <p:cNvSpPr/>
          <p:nvPr>
            <p:ph idx="2" type="pic"/>
          </p:nvPr>
        </p:nvSpPr>
        <p:spPr>
          <a:xfrm>
            <a:off x="284650" y="2623125"/>
            <a:ext cx="723300" cy="1011600"/>
          </a:xfrm>
          <a:prstGeom prst="roundRect">
            <a:avLst>
              <a:gd fmla="val 16667" name="adj"/>
            </a:avLst>
          </a:prstGeom>
          <a:noFill/>
          <a:ln>
            <a:noFill/>
          </a:ln>
        </p:spPr>
      </p:sp>
      <p:sp>
        <p:nvSpPr>
          <p:cNvPr id="98" name="Google Shape;98;p20"/>
          <p:cNvSpPr txBox="1"/>
          <p:nvPr>
            <p:ph type="title"/>
          </p:nvPr>
        </p:nvSpPr>
        <p:spPr>
          <a:xfrm>
            <a:off x="284775" y="282900"/>
            <a:ext cx="7851300" cy="620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99" name="Google Shape;99;p20"/>
          <p:cNvSpPr txBox="1"/>
          <p:nvPr>
            <p:ph idx="1" type="subTitle"/>
          </p:nvPr>
        </p:nvSpPr>
        <p:spPr>
          <a:xfrm>
            <a:off x="1009725"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00" name="Google Shape;100;p20"/>
          <p:cNvSpPr/>
          <p:nvPr>
            <p:ph idx="3" type="pic"/>
          </p:nvPr>
        </p:nvSpPr>
        <p:spPr>
          <a:xfrm>
            <a:off x="284650" y="3739875"/>
            <a:ext cx="723300" cy="1011600"/>
          </a:xfrm>
          <a:prstGeom prst="roundRect">
            <a:avLst>
              <a:gd fmla="val 16667" name="adj"/>
            </a:avLst>
          </a:prstGeom>
          <a:noFill/>
          <a:ln>
            <a:noFill/>
          </a:ln>
        </p:spPr>
      </p:sp>
      <p:sp>
        <p:nvSpPr>
          <p:cNvPr id="101" name="Google Shape;101;p20"/>
          <p:cNvSpPr/>
          <p:nvPr>
            <p:ph idx="4" type="pic"/>
          </p:nvPr>
        </p:nvSpPr>
        <p:spPr>
          <a:xfrm>
            <a:off x="3178288" y="2623125"/>
            <a:ext cx="723300" cy="1011600"/>
          </a:xfrm>
          <a:prstGeom prst="roundRect">
            <a:avLst>
              <a:gd fmla="val 16667" name="adj"/>
            </a:avLst>
          </a:prstGeom>
          <a:noFill/>
          <a:ln>
            <a:noFill/>
          </a:ln>
        </p:spPr>
      </p:sp>
      <p:sp>
        <p:nvSpPr>
          <p:cNvPr id="102" name="Google Shape;102;p20"/>
          <p:cNvSpPr/>
          <p:nvPr>
            <p:ph idx="5" type="pic"/>
          </p:nvPr>
        </p:nvSpPr>
        <p:spPr>
          <a:xfrm>
            <a:off x="3178288" y="3739875"/>
            <a:ext cx="723300" cy="1011600"/>
          </a:xfrm>
          <a:prstGeom prst="roundRect">
            <a:avLst>
              <a:gd fmla="val 16667" name="adj"/>
            </a:avLst>
          </a:prstGeom>
          <a:noFill/>
          <a:ln>
            <a:noFill/>
          </a:ln>
        </p:spPr>
      </p:sp>
      <p:sp>
        <p:nvSpPr>
          <p:cNvPr id="103" name="Google Shape;103;p20"/>
          <p:cNvSpPr/>
          <p:nvPr>
            <p:ph idx="6" type="pic"/>
          </p:nvPr>
        </p:nvSpPr>
        <p:spPr>
          <a:xfrm>
            <a:off x="6071925" y="2623125"/>
            <a:ext cx="723300" cy="1011600"/>
          </a:xfrm>
          <a:prstGeom prst="roundRect">
            <a:avLst>
              <a:gd fmla="val 16667" name="adj"/>
            </a:avLst>
          </a:prstGeom>
          <a:noFill/>
          <a:ln>
            <a:noFill/>
          </a:ln>
        </p:spPr>
      </p:sp>
      <p:sp>
        <p:nvSpPr>
          <p:cNvPr id="104" name="Google Shape;104;p20"/>
          <p:cNvSpPr/>
          <p:nvPr>
            <p:ph idx="7" type="pic"/>
          </p:nvPr>
        </p:nvSpPr>
        <p:spPr>
          <a:xfrm>
            <a:off x="6071925" y="3739875"/>
            <a:ext cx="723300" cy="1011600"/>
          </a:xfrm>
          <a:prstGeom prst="roundRect">
            <a:avLst>
              <a:gd fmla="val 16667" name="adj"/>
            </a:avLst>
          </a:prstGeom>
          <a:noFill/>
          <a:ln>
            <a:noFill/>
          </a:ln>
        </p:spPr>
      </p:sp>
      <p:sp>
        <p:nvSpPr>
          <p:cNvPr id="105" name="Google Shape;105;p20"/>
          <p:cNvSpPr txBox="1"/>
          <p:nvPr>
            <p:ph idx="8" type="subTitle"/>
          </p:nvPr>
        </p:nvSpPr>
        <p:spPr>
          <a:xfrm>
            <a:off x="3902538"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06" name="Google Shape;106;p20"/>
          <p:cNvSpPr txBox="1"/>
          <p:nvPr>
            <p:ph idx="9" type="subTitle"/>
          </p:nvPr>
        </p:nvSpPr>
        <p:spPr>
          <a:xfrm>
            <a:off x="6795350"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07" name="Google Shape;107;p20"/>
          <p:cNvSpPr txBox="1"/>
          <p:nvPr>
            <p:ph idx="13" type="subTitle"/>
          </p:nvPr>
        </p:nvSpPr>
        <p:spPr>
          <a:xfrm>
            <a:off x="1009725"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08" name="Google Shape;108;p20"/>
          <p:cNvSpPr txBox="1"/>
          <p:nvPr>
            <p:ph idx="14" type="subTitle"/>
          </p:nvPr>
        </p:nvSpPr>
        <p:spPr>
          <a:xfrm>
            <a:off x="3902538"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09" name="Google Shape;109;p20"/>
          <p:cNvSpPr txBox="1"/>
          <p:nvPr>
            <p:ph idx="15" type="subTitle"/>
          </p:nvPr>
        </p:nvSpPr>
        <p:spPr>
          <a:xfrm>
            <a:off x="6795350"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5">
    <p:spTree>
      <p:nvGrpSpPr>
        <p:cNvPr id="110" name="Shape 110"/>
        <p:cNvGrpSpPr/>
        <p:nvPr/>
      </p:nvGrpSpPr>
      <p:grpSpPr>
        <a:xfrm>
          <a:off x="0" y="0"/>
          <a:ext cx="0" cy="0"/>
          <a:chOff x="0" y="0"/>
          <a:chExt cx="0" cy="0"/>
        </a:xfrm>
      </p:grpSpPr>
      <p:sp>
        <p:nvSpPr>
          <p:cNvPr id="111" name="Google Shape;111;p21"/>
          <p:cNvSpPr txBox="1"/>
          <p:nvPr>
            <p:ph type="title"/>
          </p:nvPr>
        </p:nvSpPr>
        <p:spPr>
          <a:xfrm>
            <a:off x="284775" y="282900"/>
            <a:ext cx="85824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2" name="Google Shape;112;p21"/>
          <p:cNvSpPr txBox="1"/>
          <p:nvPr>
            <p:ph idx="1" type="subTitle"/>
          </p:nvPr>
        </p:nvSpPr>
        <p:spPr>
          <a:xfrm>
            <a:off x="18026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solidFill>
                  <a:schemeClr val="lt2"/>
                </a:solidFill>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113" name="Google Shape;113;p21"/>
          <p:cNvSpPr txBox="1"/>
          <p:nvPr>
            <p:ph idx="2" type="subTitle"/>
          </p:nvPr>
        </p:nvSpPr>
        <p:spPr>
          <a:xfrm>
            <a:off x="36109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114" name="Google Shape;114;p21"/>
          <p:cNvSpPr txBox="1"/>
          <p:nvPr>
            <p:ph idx="3" type="subTitle"/>
          </p:nvPr>
        </p:nvSpPr>
        <p:spPr>
          <a:xfrm>
            <a:off x="54192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115" name="Google Shape;115;p21"/>
          <p:cNvSpPr txBox="1"/>
          <p:nvPr>
            <p:ph idx="4" type="subTitle"/>
          </p:nvPr>
        </p:nvSpPr>
        <p:spPr>
          <a:xfrm>
            <a:off x="72275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116" name="Google Shape;116;p21"/>
          <p:cNvSpPr txBox="1"/>
          <p:nvPr>
            <p:ph idx="5"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117" name="Google Shape;117;p21"/>
          <p:cNvSpPr txBox="1"/>
          <p:nvPr>
            <p:ph idx="6"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SzPts val="600"/>
              <a:buNone/>
              <a:defRPr sz="600"/>
            </a:lvl2pPr>
            <a:lvl3pPr lvl="2" algn="r">
              <a:spcBef>
                <a:spcPts val="0"/>
              </a:spcBef>
              <a:spcAft>
                <a:spcPts val="0"/>
              </a:spcAft>
              <a:buSzPts val="600"/>
              <a:buNone/>
              <a:defRPr sz="600"/>
            </a:lvl3pPr>
            <a:lvl4pPr lvl="3" algn="r">
              <a:spcBef>
                <a:spcPts val="0"/>
              </a:spcBef>
              <a:spcAft>
                <a:spcPts val="0"/>
              </a:spcAft>
              <a:buSzPts val="600"/>
              <a:buNone/>
              <a:defRPr sz="600"/>
            </a:lvl4pPr>
            <a:lvl5pPr lvl="4" algn="r">
              <a:spcBef>
                <a:spcPts val="0"/>
              </a:spcBef>
              <a:spcAft>
                <a:spcPts val="0"/>
              </a:spcAft>
              <a:buSzPts val="600"/>
              <a:buNone/>
              <a:defRPr sz="600"/>
            </a:lvl5pPr>
            <a:lvl6pPr lvl="5" algn="r">
              <a:spcBef>
                <a:spcPts val="0"/>
              </a:spcBef>
              <a:spcAft>
                <a:spcPts val="0"/>
              </a:spcAft>
              <a:buSzPts val="600"/>
              <a:buNone/>
              <a:defRPr sz="600"/>
            </a:lvl6pPr>
            <a:lvl7pPr lvl="6" algn="r">
              <a:spcBef>
                <a:spcPts val="0"/>
              </a:spcBef>
              <a:spcAft>
                <a:spcPts val="0"/>
              </a:spcAft>
              <a:buSzPts val="600"/>
              <a:buNone/>
              <a:defRPr sz="600"/>
            </a:lvl7pPr>
            <a:lvl8pPr lvl="7" algn="r">
              <a:spcBef>
                <a:spcPts val="0"/>
              </a:spcBef>
              <a:spcAft>
                <a:spcPts val="0"/>
              </a:spcAft>
              <a:buSzPts val="600"/>
              <a:buNone/>
              <a:defRPr sz="600"/>
            </a:lvl8pPr>
            <a:lvl9pPr lvl="8" algn="r">
              <a:spcBef>
                <a:spcPts val="0"/>
              </a:spcBef>
              <a:spcAft>
                <a:spcPts val="0"/>
              </a:spcAft>
              <a:buSzPts val="600"/>
              <a:buNone/>
              <a:defRPr sz="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118" name="Shape 118"/>
        <p:cNvGrpSpPr/>
        <p:nvPr/>
      </p:nvGrpSpPr>
      <p:grpSpPr>
        <a:xfrm>
          <a:off x="0" y="0"/>
          <a:ext cx="0" cy="0"/>
          <a:chOff x="0" y="0"/>
          <a:chExt cx="0" cy="0"/>
        </a:xfrm>
      </p:grpSpPr>
      <p:sp>
        <p:nvSpPr>
          <p:cNvPr id="119" name="Google Shape;119;p22"/>
          <p:cNvSpPr/>
          <p:nvPr>
            <p:ph idx="2" type="pic"/>
          </p:nvPr>
        </p:nvSpPr>
        <p:spPr>
          <a:xfrm>
            <a:off x="2210800" y="1984500"/>
            <a:ext cx="1828800" cy="1828800"/>
          </a:xfrm>
          <a:prstGeom prst="ellipse">
            <a:avLst/>
          </a:prstGeom>
          <a:noFill/>
          <a:ln cap="flat" cmpd="sng" w="9525">
            <a:solidFill>
              <a:schemeClr val="dk2"/>
            </a:solidFill>
            <a:prstDash val="solid"/>
            <a:round/>
            <a:headEnd len="sm" w="sm" type="none"/>
            <a:tailEnd len="sm" w="sm" type="none"/>
          </a:ln>
        </p:spPr>
      </p:sp>
      <p:sp>
        <p:nvSpPr>
          <p:cNvPr id="120" name="Google Shape;120;p22"/>
          <p:cNvSpPr txBox="1"/>
          <p:nvPr>
            <p:ph type="title"/>
          </p:nvPr>
        </p:nvSpPr>
        <p:spPr>
          <a:xfrm>
            <a:off x="1739950" y="282900"/>
            <a:ext cx="42342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21" name="Google Shape;121;p22"/>
          <p:cNvSpPr txBox="1"/>
          <p:nvPr>
            <p:ph idx="1" type="body"/>
          </p:nvPr>
        </p:nvSpPr>
        <p:spPr>
          <a:xfrm>
            <a:off x="4624900" y="3199050"/>
            <a:ext cx="2787600" cy="14361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1pPr>
            <a:lvl2pPr indent="-292100" lvl="1" marL="9144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2pPr>
            <a:lvl3pPr indent="-292100" lvl="2" marL="13716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3pPr>
            <a:lvl4pPr indent="-292100" lvl="3" marL="18288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4pPr>
            <a:lvl5pPr indent="-292100" lvl="4" marL="22860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5pPr>
            <a:lvl6pPr indent="-292100" lvl="5" marL="27432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6pPr>
            <a:lvl7pPr indent="-292100" lvl="6" marL="32004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7pPr>
            <a:lvl8pPr indent="-292100" lvl="7" marL="36576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8pPr>
            <a:lvl9pPr indent="-292100" lvl="8" marL="41148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9pPr>
          </a:lstStyle>
          <a:p/>
        </p:txBody>
      </p:sp>
      <p:sp>
        <p:nvSpPr>
          <p:cNvPr id="122" name="Google Shape;122;p22"/>
          <p:cNvSpPr txBox="1"/>
          <p:nvPr>
            <p:ph idx="3"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123" name="Google Shape;123;p22"/>
          <p:cNvSpPr txBox="1"/>
          <p:nvPr>
            <p:ph idx="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24" name="Google Shape;124;p22"/>
          <p:cNvSpPr txBox="1"/>
          <p:nvPr>
            <p:ph idx="5"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125" name="Google Shape;125;p22"/>
          <p:cNvSpPr txBox="1"/>
          <p:nvPr>
            <p:ph idx="6" type="body"/>
          </p:nvPr>
        </p:nvSpPr>
        <p:spPr>
          <a:xfrm>
            <a:off x="5412150" y="1666450"/>
            <a:ext cx="3421500" cy="969600"/>
          </a:xfrm>
          <a:prstGeom prst="rect">
            <a:avLst/>
          </a:prstGeom>
        </p:spPr>
        <p:txBody>
          <a:bodyPr anchorCtr="0" anchor="t" bIns="0" lIns="0" spcFirstLastPara="1" rIns="182875" wrap="square" tIns="0">
            <a:noAutofit/>
          </a:bodyPr>
          <a:lstStyle>
            <a:lvl1pPr indent="-317500" lvl="0" marL="457200">
              <a:lnSpc>
                <a:spcPct val="90000"/>
              </a:lnSpc>
              <a:spcBef>
                <a:spcPts val="0"/>
              </a:spcBef>
              <a:spcAft>
                <a:spcPts val="0"/>
              </a:spcAft>
              <a:buSzPts val="1400"/>
              <a:buFont typeface="Outfit"/>
              <a:buChar char="●"/>
              <a:defRPr sz="1400">
                <a:latin typeface="Outfit"/>
                <a:ea typeface="Outfit"/>
                <a:cs typeface="Outfit"/>
                <a:sym typeface="Outfit"/>
              </a:defRPr>
            </a:lvl1pPr>
            <a:lvl2pPr indent="-317500" lvl="1" marL="914400">
              <a:lnSpc>
                <a:spcPct val="90000"/>
              </a:lnSpc>
              <a:spcBef>
                <a:spcPts val="0"/>
              </a:spcBef>
              <a:spcAft>
                <a:spcPts val="0"/>
              </a:spcAft>
              <a:buSzPts val="1400"/>
              <a:buFont typeface="Outfit"/>
              <a:buChar char="○"/>
              <a:defRPr sz="1400">
                <a:latin typeface="Outfit"/>
                <a:ea typeface="Outfit"/>
                <a:cs typeface="Outfit"/>
                <a:sym typeface="Outfit"/>
              </a:defRPr>
            </a:lvl2pPr>
            <a:lvl3pPr indent="-317500" lvl="2" marL="1371600">
              <a:lnSpc>
                <a:spcPct val="90000"/>
              </a:lnSpc>
              <a:spcBef>
                <a:spcPts val="0"/>
              </a:spcBef>
              <a:spcAft>
                <a:spcPts val="0"/>
              </a:spcAft>
              <a:buSzPts val="1400"/>
              <a:buFont typeface="Outfit"/>
              <a:buChar char="■"/>
              <a:defRPr sz="1400">
                <a:latin typeface="Outfit"/>
                <a:ea typeface="Outfit"/>
                <a:cs typeface="Outfit"/>
                <a:sym typeface="Outfit"/>
              </a:defRPr>
            </a:lvl3pPr>
            <a:lvl4pPr indent="-317500" lvl="3" marL="1828800">
              <a:lnSpc>
                <a:spcPct val="90000"/>
              </a:lnSpc>
              <a:spcBef>
                <a:spcPts val="0"/>
              </a:spcBef>
              <a:spcAft>
                <a:spcPts val="0"/>
              </a:spcAft>
              <a:buSzPts val="1400"/>
              <a:buFont typeface="Outfit"/>
              <a:buChar char="●"/>
              <a:defRPr sz="1400">
                <a:latin typeface="Outfit"/>
                <a:ea typeface="Outfit"/>
                <a:cs typeface="Outfit"/>
                <a:sym typeface="Outfit"/>
              </a:defRPr>
            </a:lvl4pPr>
            <a:lvl5pPr indent="-317500" lvl="4" marL="2286000">
              <a:lnSpc>
                <a:spcPct val="90000"/>
              </a:lnSpc>
              <a:spcBef>
                <a:spcPts val="0"/>
              </a:spcBef>
              <a:spcAft>
                <a:spcPts val="0"/>
              </a:spcAft>
              <a:buSzPts val="1400"/>
              <a:buFont typeface="Outfit"/>
              <a:buChar char="○"/>
              <a:defRPr sz="1400">
                <a:latin typeface="Outfit"/>
                <a:ea typeface="Outfit"/>
                <a:cs typeface="Outfit"/>
                <a:sym typeface="Outfit"/>
              </a:defRPr>
            </a:lvl5pPr>
            <a:lvl6pPr indent="-317500" lvl="5" marL="2743200">
              <a:lnSpc>
                <a:spcPct val="90000"/>
              </a:lnSpc>
              <a:spcBef>
                <a:spcPts val="0"/>
              </a:spcBef>
              <a:spcAft>
                <a:spcPts val="0"/>
              </a:spcAft>
              <a:buSzPts val="1400"/>
              <a:buFont typeface="Outfit"/>
              <a:buChar char="■"/>
              <a:defRPr sz="1400">
                <a:latin typeface="Outfit"/>
                <a:ea typeface="Outfit"/>
                <a:cs typeface="Outfit"/>
                <a:sym typeface="Outfit"/>
              </a:defRPr>
            </a:lvl6pPr>
            <a:lvl7pPr indent="-317500" lvl="6" marL="3200400">
              <a:lnSpc>
                <a:spcPct val="90000"/>
              </a:lnSpc>
              <a:spcBef>
                <a:spcPts val="0"/>
              </a:spcBef>
              <a:spcAft>
                <a:spcPts val="0"/>
              </a:spcAft>
              <a:buSzPts val="1400"/>
              <a:buFont typeface="Outfit"/>
              <a:buChar char="●"/>
              <a:defRPr sz="1400">
                <a:latin typeface="Outfit"/>
                <a:ea typeface="Outfit"/>
                <a:cs typeface="Outfit"/>
                <a:sym typeface="Outfit"/>
              </a:defRPr>
            </a:lvl7pPr>
            <a:lvl8pPr indent="-317500" lvl="7" marL="3657600">
              <a:lnSpc>
                <a:spcPct val="90000"/>
              </a:lnSpc>
              <a:spcBef>
                <a:spcPts val="0"/>
              </a:spcBef>
              <a:spcAft>
                <a:spcPts val="0"/>
              </a:spcAft>
              <a:buSzPts val="1400"/>
              <a:buFont typeface="Outfit"/>
              <a:buChar char="○"/>
              <a:defRPr sz="1400">
                <a:latin typeface="Outfit"/>
                <a:ea typeface="Outfit"/>
                <a:cs typeface="Outfit"/>
                <a:sym typeface="Outfit"/>
              </a:defRPr>
            </a:lvl8pPr>
            <a:lvl9pPr indent="-317500" lvl="8" marL="4114800">
              <a:lnSpc>
                <a:spcPct val="90000"/>
              </a:lnSpc>
              <a:spcBef>
                <a:spcPts val="0"/>
              </a:spcBef>
              <a:spcAft>
                <a:spcPts val="0"/>
              </a:spcAft>
              <a:buSzPts val="1400"/>
              <a:buFont typeface="Outfit"/>
              <a:buChar char="■"/>
              <a:defRPr sz="1400">
                <a:latin typeface="Outfit"/>
                <a:ea typeface="Outfit"/>
                <a:cs typeface="Outfit"/>
                <a:sym typeface="Outfi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3">
  <p:cSld name="CUSTOM_10">
    <p:spTree>
      <p:nvGrpSpPr>
        <p:cNvPr id="126" name="Shape 126"/>
        <p:cNvGrpSpPr/>
        <p:nvPr/>
      </p:nvGrpSpPr>
      <p:grpSpPr>
        <a:xfrm>
          <a:off x="0" y="0"/>
          <a:ext cx="0" cy="0"/>
          <a:chOff x="0" y="0"/>
          <a:chExt cx="0" cy="0"/>
        </a:xfrm>
      </p:grpSpPr>
      <p:sp>
        <p:nvSpPr>
          <p:cNvPr id="127" name="Google Shape;127;p23"/>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128" name="Google Shape;128;p23"/>
          <p:cNvSpPr txBox="1"/>
          <p:nvPr>
            <p:ph idx="2" type="body"/>
          </p:nvPr>
        </p:nvSpPr>
        <p:spPr>
          <a:xfrm>
            <a:off x="4223075" y="3141232"/>
            <a:ext cx="2787600" cy="1223700"/>
          </a:xfrm>
          <a:prstGeom prst="rect">
            <a:avLst/>
          </a:prstGeom>
        </p:spPr>
        <p:txBody>
          <a:bodyPr anchorCtr="0" anchor="t" bIns="182875" lIns="164575" spcFirstLastPara="1" rIns="1645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29" name="Google Shape;129;p23"/>
          <p:cNvSpPr txBox="1"/>
          <p:nvPr>
            <p:ph type="title"/>
          </p:nvPr>
        </p:nvSpPr>
        <p:spPr>
          <a:xfrm>
            <a:off x="4223075" y="2623350"/>
            <a:ext cx="2443500" cy="409500"/>
          </a:xfrm>
          <a:prstGeom prst="rect">
            <a:avLst/>
          </a:prstGeom>
        </p:spPr>
        <p:txBody>
          <a:bodyPr anchorCtr="0" anchor="t" bIns="0" lIns="164575" spcFirstLastPara="1" rIns="0" wrap="square" tIns="164575">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130" name="Google Shape;130;p23"/>
          <p:cNvSpPr/>
          <p:nvPr>
            <p:ph idx="3" type="pic"/>
          </p:nvPr>
        </p:nvSpPr>
        <p:spPr>
          <a:xfrm>
            <a:off x="1901125" y="476725"/>
            <a:ext cx="383700" cy="398100"/>
          </a:xfrm>
          <a:prstGeom prst="roundRect">
            <a:avLst>
              <a:gd fmla="val 16667" name="adj"/>
            </a:avLst>
          </a:prstGeom>
          <a:noFill/>
          <a:ln>
            <a:noFill/>
          </a:ln>
        </p:spPr>
      </p:sp>
      <p:sp>
        <p:nvSpPr>
          <p:cNvPr id="131" name="Google Shape;131;p23"/>
          <p:cNvSpPr txBox="1"/>
          <p:nvPr>
            <p:ph idx="4" type="title"/>
          </p:nvPr>
        </p:nvSpPr>
        <p:spPr>
          <a:xfrm>
            <a:off x="3072075" y="282900"/>
            <a:ext cx="5787300" cy="21123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2400"/>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132" name="Google Shape;132;p23"/>
          <p:cNvSpPr txBox="1"/>
          <p:nvPr>
            <p:ph idx="5" type="title"/>
          </p:nvPr>
        </p:nvSpPr>
        <p:spPr>
          <a:xfrm>
            <a:off x="1731400" y="3108325"/>
            <a:ext cx="2337000" cy="15267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133" name="Google Shape;133;p23"/>
          <p:cNvSpPr txBox="1"/>
          <p:nvPr>
            <p:ph idx="6" type="title"/>
          </p:nvPr>
        </p:nvSpPr>
        <p:spPr>
          <a:xfrm>
            <a:off x="7116525" y="2623350"/>
            <a:ext cx="1742400" cy="409500"/>
          </a:xfrm>
          <a:prstGeom prst="rect">
            <a:avLst/>
          </a:prstGeom>
        </p:spPr>
        <p:txBody>
          <a:bodyPr anchorCtr="0" anchor="t" bIns="0" lIns="164575" spcFirstLastPara="1" rIns="0" wrap="square" tIns="164575">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134" name="Google Shape;134;p23"/>
          <p:cNvSpPr txBox="1"/>
          <p:nvPr>
            <p:ph idx="7" type="body"/>
          </p:nvPr>
        </p:nvSpPr>
        <p:spPr>
          <a:xfrm>
            <a:off x="7116525" y="3141225"/>
            <a:ext cx="1742400" cy="1223700"/>
          </a:xfrm>
          <a:prstGeom prst="rect">
            <a:avLst/>
          </a:prstGeom>
        </p:spPr>
        <p:txBody>
          <a:bodyPr anchorCtr="0" anchor="t" bIns="182875" lIns="164575" spcFirstLastPara="1" rIns="1645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35" name="Google Shape;135;p23"/>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36" name="Google Shape;136;p23"/>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3">
    <p:spTree>
      <p:nvGrpSpPr>
        <p:cNvPr id="137" name="Shape 137"/>
        <p:cNvGrpSpPr/>
        <p:nvPr/>
      </p:nvGrpSpPr>
      <p:grpSpPr>
        <a:xfrm>
          <a:off x="0" y="0"/>
          <a:ext cx="0" cy="0"/>
          <a:chOff x="0" y="0"/>
          <a:chExt cx="0" cy="0"/>
        </a:xfrm>
      </p:grpSpPr>
      <p:sp>
        <p:nvSpPr>
          <p:cNvPr id="138" name="Google Shape;138;p24"/>
          <p:cNvSpPr txBox="1"/>
          <p:nvPr>
            <p:ph type="title"/>
          </p:nvPr>
        </p:nvSpPr>
        <p:spPr>
          <a:xfrm>
            <a:off x="1731400" y="435300"/>
            <a:ext cx="35106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39" name="Google Shape;139;p24"/>
          <p:cNvSpPr txBox="1"/>
          <p:nvPr>
            <p:ph idx="1" type="body"/>
          </p:nvPr>
        </p:nvSpPr>
        <p:spPr>
          <a:xfrm>
            <a:off x="5348925" y="779548"/>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40" name="Google Shape;140;p24"/>
          <p:cNvSpPr txBox="1"/>
          <p:nvPr>
            <p:ph idx="2" type="title"/>
          </p:nvPr>
        </p:nvSpPr>
        <p:spPr>
          <a:xfrm>
            <a:off x="5348925" y="286031"/>
            <a:ext cx="3378900" cy="430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p:txBody>
      </p:sp>
      <p:sp>
        <p:nvSpPr>
          <p:cNvPr id="141" name="Google Shape;141;p24"/>
          <p:cNvSpPr txBox="1"/>
          <p:nvPr>
            <p:ph idx="3" type="body"/>
          </p:nvPr>
        </p:nvSpPr>
        <p:spPr>
          <a:xfrm>
            <a:off x="5348925" y="2225851"/>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42" name="Google Shape;142;p24"/>
          <p:cNvSpPr txBox="1"/>
          <p:nvPr>
            <p:ph idx="4" type="title"/>
          </p:nvPr>
        </p:nvSpPr>
        <p:spPr>
          <a:xfrm>
            <a:off x="5348925" y="1767224"/>
            <a:ext cx="3378900" cy="3957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p:txBody>
      </p:sp>
      <p:sp>
        <p:nvSpPr>
          <p:cNvPr id="143" name="Google Shape;143;p24"/>
          <p:cNvSpPr txBox="1"/>
          <p:nvPr>
            <p:ph idx="5" type="body"/>
          </p:nvPr>
        </p:nvSpPr>
        <p:spPr>
          <a:xfrm>
            <a:off x="5348925" y="3672155"/>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144" name="Google Shape;144;p24"/>
          <p:cNvSpPr txBox="1"/>
          <p:nvPr>
            <p:ph idx="6" type="title"/>
          </p:nvPr>
        </p:nvSpPr>
        <p:spPr>
          <a:xfrm>
            <a:off x="5348925" y="3251722"/>
            <a:ext cx="3378900" cy="3576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2pPr>
            <a:lvl3pPr lvl="2">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3pPr>
            <a:lvl4pPr lvl="3">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4pPr>
            <a:lvl5pPr lvl="4">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5pPr>
            <a:lvl6pPr lvl="5">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6pPr>
            <a:lvl7pPr lvl="6">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7pPr>
            <a:lvl8pPr lvl="7">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8pPr>
            <a:lvl9pPr lvl="8">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9pPr>
          </a:lstStyle>
          <a:p/>
        </p:txBody>
      </p:sp>
      <p:sp>
        <p:nvSpPr>
          <p:cNvPr id="145" name="Google Shape;145;p24"/>
          <p:cNvSpPr txBox="1"/>
          <p:nvPr>
            <p:ph idx="7"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146" name="Google Shape;146;p24"/>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47" name="Google Shape;147;p24"/>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BLANK_1_1_1_1_1_1_1_1_1_1_1_1_1_1_4">
    <p:spTree>
      <p:nvGrpSpPr>
        <p:cNvPr id="148" name="Shape 148"/>
        <p:cNvGrpSpPr/>
        <p:nvPr/>
      </p:nvGrpSpPr>
      <p:grpSpPr>
        <a:xfrm>
          <a:off x="0" y="0"/>
          <a:ext cx="0" cy="0"/>
          <a:chOff x="0" y="0"/>
          <a:chExt cx="0" cy="0"/>
        </a:xfrm>
      </p:grpSpPr>
      <p:sp>
        <p:nvSpPr>
          <p:cNvPr id="149" name="Google Shape;149;p25"/>
          <p:cNvSpPr txBox="1"/>
          <p:nvPr>
            <p:ph idx="1" type="body"/>
          </p:nvPr>
        </p:nvSpPr>
        <p:spPr>
          <a:xfrm>
            <a:off x="6554750"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50" name="Google Shape;150;p25"/>
          <p:cNvSpPr txBox="1"/>
          <p:nvPr>
            <p:ph idx="2" type="body"/>
          </p:nvPr>
        </p:nvSpPr>
        <p:spPr>
          <a:xfrm>
            <a:off x="1731400"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51" name="Google Shape;151;p25"/>
          <p:cNvSpPr txBox="1"/>
          <p:nvPr>
            <p:ph idx="3" type="body"/>
          </p:nvPr>
        </p:nvSpPr>
        <p:spPr>
          <a:xfrm>
            <a:off x="4143075"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52" name="Google Shape;152;p25"/>
          <p:cNvSpPr txBox="1"/>
          <p:nvPr>
            <p:ph type="title"/>
          </p:nvPr>
        </p:nvSpPr>
        <p:spPr>
          <a:xfrm>
            <a:off x="1731400"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53" name="Google Shape;153;p25"/>
          <p:cNvSpPr txBox="1"/>
          <p:nvPr>
            <p:ph idx="4" type="subTitle"/>
          </p:nvPr>
        </p:nvSpPr>
        <p:spPr>
          <a:xfrm>
            <a:off x="1731400"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54" name="Google Shape;154;p25"/>
          <p:cNvSpPr txBox="1"/>
          <p:nvPr>
            <p:ph idx="5" type="title"/>
          </p:nvPr>
        </p:nvSpPr>
        <p:spPr>
          <a:xfrm>
            <a:off x="4143075"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55" name="Google Shape;155;p25"/>
          <p:cNvSpPr txBox="1"/>
          <p:nvPr>
            <p:ph idx="6" type="subTitle"/>
          </p:nvPr>
        </p:nvSpPr>
        <p:spPr>
          <a:xfrm>
            <a:off x="4143075"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56" name="Google Shape;156;p25"/>
          <p:cNvSpPr txBox="1"/>
          <p:nvPr>
            <p:ph idx="7" type="title"/>
          </p:nvPr>
        </p:nvSpPr>
        <p:spPr>
          <a:xfrm>
            <a:off x="6554750"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57" name="Google Shape;157;p25"/>
          <p:cNvSpPr txBox="1"/>
          <p:nvPr>
            <p:ph idx="8" type="subTitle"/>
          </p:nvPr>
        </p:nvSpPr>
        <p:spPr>
          <a:xfrm>
            <a:off x="6554750"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58" name="Google Shape;158;p25"/>
          <p:cNvSpPr txBox="1"/>
          <p:nvPr>
            <p:ph idx="9"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159" name="Google Shape;159;p25"/>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60" name="Google Shape;160;p25"/>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1_4_1">
    <p:spTree>
      <p:nvGrpSpPr>
        <p:cNvPr id="161" name="Shape 161"/>
        <p:cNvGrpSpPr/>
        <p:nvPr/>
      </p:nvGrpSpPr>
      <p:grpSpPr>
        <a:xfrm>
          <a:off x="0" y="0"/>
          <a:ext cx="0" cy="0"/>
          <a:chOff x="0" y="0"/>
          <a:chExt cx="0" cy="0"/>
        </a:xfrm>
      </p:grpSpPr>
      <p:sp>
        <p:nvSpPr>
          <p:cNvPr id="162" name="Google Shape;162;p26"/>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163" name="Google Shape;163;p26"/>
          <p:cNvSpPr txBox="1"/>
          <p:nvPr>
            <p:ph idx="2" type="body"/>
          </p:nvPr>
        </p:nvSpPr>
        <p:spPr>
          <a:xfrm>
            <a:off x="1731400"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4" name="Google Shape;164;p26"/>
          <p:cNvSpPr txBox="1"/>
          <p:nvPr>
            <p:ph idx="3" type="body"/>
          </p:nvPr>
        </p:nvSpPr>
        <p:spPr>
          <a:xfrm>
            <a:off x="4143963"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5" name="Google Shape;165;p26"/>
          <p:cNvSpPr txBox="1"/>
          <p:nvPr>
            <p:ph idx="4" type="body"/>
          </p:nvPr>
        </p:nvSpPr>
        <p:spPr>
          <a:xfrm>
            <a:off x="6556525"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6" name="Google Shape;166;p26"/>
          <p:cNvSpPr/>
          <p:nvPr>
            <p:ph idx="5" type="pic"/>
          </p:nvPr>
        </p:nvSpPr>
        <p:spPr>
          <a:xfrm>
            <a:off x="1733625" y="1872750"/>
            <a:ext cx="2304000" cy="748500"/>
          </a:xfrm>
          <a:prstGeom prst="roundRect">
            <a:avLst>
              <a:gd fmla="val 15661" name="adj"/>
            </a:avLst>
          </a:prstGeom>
          <a:noFill/>
          <a:ln>
            <a:noFill/>
          </a:ln>
        </p:spPr>
      </p:sp>
      <p:sp>
        <p:nvSpPr>
          <p:cNvPr id="167" name="Google Shape;167;p26"/>
          <p:cNvSpPr/>
          <p:nvPr>
            <p:ph idx="6" type="pic"/>
          </p:nvPr>
        </p:nvSpPr>
        <p:spPr>
          <a:xfrm>
            <a:off x="4144025" y="1872750"/>
            <a:ext cx="2304000" cy="1075500"/>
          </a:xfrm>
          <a:prstGeom prst="roundRect">
            <a:avLst>
              <a:gd fmla="val 13968" name="adj"/>
            </a:avLst>
          </a:prstGeom>
          <a:noFill/>
          <a:ln>
            <a:noFill/>
          </a:ln>
        </p:spPr>
      </p:sp>
      <p:sp>
        <p:nvSpPr>
          <p:cNvPr id="168" name="Google Shape;168;p26"/>
          <p:cNvSpPr/>
          <p:nvPr>
            <p:ph idx="7" type="pic"/>
          </p:nvPr>
        </p:nvSpPr>
        <p:spPr>
          <a:xfrm>
            <a:off x="6556525" y="1872750"/>
            <a:ext cx="2304000" cy="1286700"/>
          </a:xfrm>
          <a:prstGeom prst="roundRect">
            <a:avLst>
              <a:gd fmla="val 12543" name="adj"/>
            </a:avLst>
          </a:prstGeom>
          <a:noFill/>
          <a:ln>
            <a:noFill/>
          </a:ln>
        </p:spPr>
      </p:sp>
      <p:sp>
        <p:nvSpPr>
          <p:cNvPr id="169" name="Google Shape;169;p26"/>
          <p:cNvSpPr txBox="1"/>
          <p:nvPr>
            <p:ph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70" name="Google Shape;170;p26"/>
          <p:cNvSpPr txBox="1"/>
          <p:nvPr>
            <p:ph idx="8" type="title"/>
          </p:nvPr>
        </p:nvSpPr>
        <p:spPr>
          <a:xfrm>
            <a:off x="1731400" y="2623350"/>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71" name="Google Shape;171;p26"/>
          <p:cNvSpPr txBox="1"/>
          <p:nvPr>
            <p:ph idx="9" type="title"/>
          </p:nvPr>
        </p:nvSpPr>
        <p:spPr>
          <a:xfrm>
            <a:off x="4143963" y="2984550"/>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72" name="Google Shape;172;p26"/>
          <p:cNvSpPr txBox="1"/>
          <p:nvPr>
            <p:ph idx="13" type="title"/>
          </p:nvPr>
        </p:nvSpPr>
        <p:spPr>
          <a:xfrm>
            <a:off x="6556525" y="3219175"/>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73" name="Google Shape;173;p26"/>
          <p:cNvSpPr txBox="1"/>
          <p:nvPr>
            <p:ph idx="1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74" name="Google Shape;174;p26"/>
          <p:cNvSpPr txBox="1"/>
          <p:nvPr>
            <p:ph idx="15"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CUSTOM_1">
    <p:spTree>
      <p:nvGrpSpPr>
        <p:cNvPr id="175" name="Shape 175"/>
        <p:cNvGrpSpPr/>
        <p:nvPr/>
      </p:nvGrpSpPr>
      <p:grpSpPr>
        <a:xfrm>
          <a:off x="0" y="0"/>
          <a:ext cx="0" cy="0"/>
          <a:chOff x="0" y="0"/>
          <a:chExt cx="0" cy="0"/>
        </a:xfrm>
      </p:grpSpPr>
      <p:sp>
        <p:nvSpPr>
          <p:cNvPr id="176" name="Google Shape;176;p27"/>
          <p:cNvSpPr txBox="1"/>
          <p:nvPr>
            <p:ph idx="1" type="body"/>
          </p:nvPr>
        </p:nvSpPr>
        <p:spPr>
          <a:xfrm>
            <a:off x="173313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77" name="Google Shape;177;p27"/>
          <p:cNvSpPr txBox="1"/>
          <p:nvPr>
            <p:ph idx="2" type="body"/>
          </p:nvPr>
        </p:nvSpPr>
        <p:spPr>
          <a:xfrm>
            <a:off x="414308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78" name="Google Shape;178;p27"/>
          <p:cNvSpPr txBox="1"/>
          <p:nvPr>
            <p:ph idx="3" type="body"/>
          </p:nvPr>
        </p:nvSpPr>
        <p:spPr>
          <a:xfrm>
            <a:off x="655303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79" name="Google Shape;179;p27"/>
          <p:cNvSpPr txBox="1"/>
          <p:nvPr>
            <p:ph type="title"/>
          </p:nvPr>
        </p:nvSpPr>
        <p:spPr>
          <a:xfrm>
            <a:off x="284775"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80" name="Google Shape;180;p27"/>
          <p:cNvSpPr/>
          <p:nvPr>
            <p:ph idx="4" type="pic"/>
          </p:nvPr>
        </p:nvSpPr>
        <p:spPr>
          <a:xfrm>
            <a:off x="4144025" y="1872750"/>
            <a:ext cx="2304000" cy="1111800"/>
          </a:xfrm>
          <a:prstGeom prst="roundRect">
            <a:avLst>
              <a:gd fmla="val 13968" name="adj"/>
            </a:avLst>
          </a:prstGeom>
          <a:noFill/>
          <a:ln>
            <a:noFill/>
          </a:ln>
        </p:spPr>
      </p:sp>
      <p:sp>
        <p:nvSpPr>
          <p:cNvPr id="181" name="Google Shape;181;p27"/>
          <p:cNvSpPr/>
          <p:nvPr>
            <p:ph idx="5" type="pic"/>
          </p:nvPr>
        </p:nvSpPr>
        <p:spPr>
          <a:xfrm>
            <a:off x="1733200" y="1872750"/>
            <a:ext cx="2304000" cy="1111800"/>
          </a:xfrm>
          <a:prstGeom prst="roundRect">
            <a:avLst>
              <a:gd fmla="val 13968" name="adj"/>
            </a:avLst>
          </a:prstGeom>
          <a:noFill/>
          <a:ln>
            <a:noFill/>
          </a:ln>
        </p:spPr>
      </p:sp>
      <p:sp>
        <p:nvSpPr>
          <p:cNvPr id="182" name="Google Shape;182;p27"/>
          <p:cNvSpPr txBox="1"/>
          <p:nvPr>
            <p:ph idx="6" type="title"/>
          </p:nvPr>
        </p:nvSpPr>
        <p:spPr>
          <a:xfrm>
            <a:off x="173315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83" name="Google Shape;183;p27"/>
          <p:cNvSpPr/>
          <p:nvPr>
            <p:ph idx="7" type="pic"/>
          </p:nvPr>
        </p:nvSpPr>
        <p:spPr>
          <a:xfrm>
            <a:off x="6556600" y="1872750"/>
            <a:ext cx="2304000" cy="1111800"/>
          </a:xfrm>
          <a:prstGeom prst="roundRect">
            <a:avLst>
              <a:gd fmla="val 13968" name="adj"/>
            </a:avLst>
          </a:prstGeom>
          <a:noFill/>
          <a:ln>
            <a:noFill/>
          </a:ln>
        </p:spPr>
      </p:sp>
      <p:sp>
        <p:nvSpPr>
          <p:cNvPr id="184" name="Google Shape;184;p27"/>
          <p:cNvSpPr txBox="1"/>
          <p:nvPr>
            <p:ph idx="8" type="title"/>
          </p:nvPr>
        </p:nvSpPr>
        <p:spPr>
          <a:xfrm>
            <a:off x="173315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185" name="Google Shape;185;p27"/>
          <p:cNvSpPr txBox="1"/>
          <p:nvPr>
            <p:ph idx="9" type="title"/>
          </p:nvPr>
        </p:nvSpPr>
        <p:spPr>
          <a:xfrm>
            <a:off x="414310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86" name="Google Shape;186;p27"/>
          <p:cNvSpPr txBox="1"/>
          <p:nvPr>
            <p:ph idx="13" type="title"/>
          </p:nvPr>
        </p:nvSpPr>
        <p:spPr>
          <a:xfrm>
            <a:off x="414310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187" name="Google Shape;187;p27"/>
          <p:cNvSpPr txBox="1"/>
          <p:nvPr>
            <p:ph idx="14" type="title"/>
          </p:nvPr>
        </p:nvSpPr>
        <p:spPr>
          <a:xfrm>
            <a:off x="655305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88" name="Google Shape;188;p27"/>
          <p:cNvSpPr txBox="1"/>
          <p:nvPr>
            <p:ph idx="15" type="title"/>
          </p:nvPr>
        </p:nvSpPr>
        <p:spPr>
          <a:xfrm>
            <a:off x="655305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189" name="Google Shape;189;p27"/>
          <p:cNvSpPr txBox="1"/>
          <p:nvPr>
            <p:ph idx="16"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90" name="Google Shape;190;p27"/>
          <p:cNvSpPr txBox="1"/>
          <p:nvPr>
            <p:ph idx="17"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1_4_3">
    <p:spTree>
      <p:nvGrpSpPr>
        <p:cNvPr id="191" name="Shape 191"/>
        <p:cNvGrpSpPr/>
        <p:nvPr/>
      </p:nvGrpSpPr>
      <p:grpSpPr>
        <a:xfrm>
          <a:off x="0" y="0"/>
          <a:ext cx="0" cy="0"/>
          <a:chOff x="0" y="0"/>
          <a:chExt cx="0" cy="0"/>
        </a:xfrm>
      </p:grpSpPr>
      <p:sp>
        <p:nvSpPr>
          <p:cNvPr id="192" name="Google Shape;192;p28"/>
          <p:cNvSpPr txBox="1"/>
          <p:nvPr>
            <p:ph idx="1" type="body"/>
          </p:nvPr>
        </p:nvSpPr>
        <p:spPr>
          <a:xfrm>
            <a:off x="1731400"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3" name="Google Shape;193;p28"/>
          <p:cNvSpPr txBox="1"/>
          <p:nvPr>
            <p:ph idx="2" type="body"/>
          </p:nvPr>
        </p:nvSpPr>
        <p:spPr>
          <a:xfrm>
            <a:off x="4143075"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4" name="Google Shape;194;p28"/>
          <p:cNvSpPr txBox="1"/>
          <p:nvPr>
            <p:ph idx="3" type="body"/>
          </p:nvPr>
        </p:nvSpPr>
        <p:spPr>
          <a:xfrm>
            <a:off x="6554750"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5" name="Google Shape;195;p28"/>
          <p:cNvSpPr txBox="1"/>
          <p:nvPr>
            <p:ph idx="4" type="subTitle"/>
          </p:nvPr>
        </p:nvSpPr>
        <p:spPr>
          <a:xfrm>
            <a:off x="1731400"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96" name="Google Shape;196;p28"/>
          <p:cNvSpPr txBox="1"/>
          <p:nvPr>
            <p:ph idx="5" type="subTitle"/>
          </p:nvPr>
        </p:nvSpPr>
        <p:spPr>
          <a:xfrm>
            <a:off x="4143075"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97" name="Google Shape;197;p28"/>
          <p:cNvSpPr txBox="1"/>
          <p:nvPr>
            <p:ph idx="6" type="subTitle"/>
          </p:nvPr>
        </p:nvSpPr>
        <p:spPr>
          <a:xfrm>
            <a:off x="6554750"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98" name="Google Shape;198;p28"/>
          <p:cNvSpPr txBox="1"/>
          <p:nvPr>
            <p:ph type="title"/>
          </p:nvPr>
        </p:nvSpPr>
        <p:spPr>
          <a:xfrm>
            <a:off x="1731400"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99" name="Google Shape;199;p28"/>
          <p:cNvSpPr txBox="1"/>
          <p:nvPr>
            <p:ph idx="7" type="title"/>
          </p:nvPr>
        </p:nvSpPr>
        <p:spPr>
          <a:xfrm>
            <a:off x="4143075"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200" name="Google Shape;200;p28"/>
          <p:cNvSpPr txBox="1"/>
          <p:nvPr>
            <p:ph idx="8" type="title"/>
          </p:nvPr>
        </p:nvSpPr>
        <p:spPr>
          <a:xfrm>
            <a:off x="6554750"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201" name="Google Shape;201;p28"/>
          <p:cNvSpPr txBox="1"/>
          <p:nvPr>
            <p:ph idx="9" type="title"/>
          </p:nvPr>
        </p:nvSpPr>
        <p:spPr>
          <a:xfrm>
            <a:off x="284775" y="282900"/>
            <a:ext cx="8574900" cy="10701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p:txBody>
      </p:sp>
      <p:sp>
        <p:nvSpPr>
          <p:cNvPr id="202" name="Google Shape;202;p28"/>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03" name="Google Shape;203;p28"/>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_1">
    <p:spTree>
      <p:nvGrpSpPr>
        <p:cNvPr id="204" name="Shape 204"/>
        <p:cNvGrpSpPr/>
        <p:nvPr/>
      </p:nvGrpSpPr>
      <p:grpSpPr>
        <a:xfrm>
          <a:off x="0" y="0"/>
          <a:ext cx="0" cy="0"/>
          <a:chOff x="0" y="0"/>
          <a:chExt cx="0" cy="0"/>
        </a:xfrm>
      </p:grpSpPr>
      <p:sp>
        <p:nvSpPr>
          <p:cNvPr id="205" name="Google Shape;205;p29"/>
          <p:cNvSpPr txBox="1"/>
          <p:nvPr>
            <p:ph type="title"/>
          </p:nvPr>
        </p:nvSpPr>
        <p:spPr>
          <a:xfrm>
            <a:off x="284775" y="282900"/>
            <a:ext cx="35121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06" name="Google Shape;206;p29"/>
          <p:cNvSpPr txBox="1"/>
          <p:nvPr>
            <p:ph idx="1" type="body"/>
          </p:nvPr>
        </p:nvSpPr>
        <p:spPr>
          <a:xfrm>
            <a:off x="6795150" y="509451"/>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7" name="Google Shape;207;p29"/>
          <p:cNvSpPr txBox="1"/>
          <p:nvPr>
            <p:ph idx="2" type="title"/>
          </p:nvPr>
        </p:nvSpPr>
        <p:spPr>
          <a:xfrm>
            <a:off x="5494245" y="509451"/>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208" name="Google Shape;208;p29"/>
          <p:cNvSpPr txBox="1"/>
          <p:nvPr>
            <p:ph idx="3" type="body"/>
          </p:nvPr>
        </p:nvSpPr>
        <p:spPr>
          <a:xfrm>
            <a:off x="6795150" y="1596758"/>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9" name="Google Shape;209;p29"/>
          <p:cNvSpPr txBox="1"/>
          <p:nvPr>
            <p:ph idx="4" type="title"/>
          </p:nvPr>
        </p:nvSpPr>
        <p:spPr>
          <a:xfrm>
            <a:off x="5494245" y="1596758"/>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210" name="Google Shape;210;p29"/>
          <p:cNvSpPr txBox="1"/>
          <p:nvPr>
            <p:ph idx="5" type="body"/>
          </p:nvPr>
        </p:nvSpPr>
        <p:spPr>
          <a:xfrm>
            <a:off x="6795150" y="2684065"/>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11" name="Google Shape;211;p29"/>
          <p:cNvSpPr txBox="1"/>
          <p:nvPr>
            <p:ph idx="6" type="title"/>
          </p:nvPr>
        </p:nvSpPr>
        <p:spPr>
          <a:xfrm>
            <a:off x="5494245" y="2684065"/>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212" name="Google Shape;212;p29"/>
          <p:cNvSpPr txBox="1"/>
          <p:nvPr>
            <p:ph idx="7" type="body"/>
          </p:nvPr>
        </p:nvSpPr>
        <p:spPr>
          <a:xfrm>
            <a:off x="6795150" y="3771372"/>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13" name="Google Shape;213;p29"/>
          <p:cNvSpPr txBox="1"/>
          <p:nvPr>
            <p:ph idx="8" type="title"/>
          </p:nvPr>
        </p:nvSpPr>
        <p:spPr>
          <a:xfrm>
            <a:off x="5494245" y="3771372"/>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214" name="Google Shape;214;p29"/>
          <p:cNvSpPr txBox="1"/>
          <p:nvPr>
            <p:ph idx="9"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15" name="Google Shape;215;p29"/>
          <p:cNvSpPr txBox="1"/>
          <p:nvPr>
            <p:ph idx="1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216" name="Google Shape;216;p29"/>
          <p:cNvSpPr txBox="1"/>
          <p:nvPr>
            <p:ph idx="14" type="title"/>
          </p:nvPr>
        </p:nvSpPr>
        <p:spPr>
          <a:xfrm>
            <a:off x="4731400" y="509451"/>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solidFill>
                  <a:schemeClr val="lt2"/>
                </a:solidFill>
              </a:defRPr>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217" name="Google Shape;217;p29"/>
          <p:cNvSpPr txBox="1"/>
          <p:nvPr>
            <p:ph idx="15" type="title"/>
          </p:nvPr>
        </p:nvSpPr>
        <p:spPr>
          <a:xfrm>
            <a:off x="4731400" y="1596758"/>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218" name="Google Shape;218;p29"/>
          <p:cNvSpPr txBox="1"/>
          <p:nvPr>
            <p:ph idx="16" type="title"/>
          </p:nvPr>
        </p:nvSpPr>
        <p:spPr>
          <a:xfrm>
            <a:off x="4731400" y="2684065"/>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219" name="Google Shape;219;p29"/>
          <p:cNvSpPr txBox="1"/>
          <p:nvPr>
            <p:ph idx="17" type="title"/>
          </p:nvPr>
        </p:nvSpPr>
        <p:spPr>
          <a:xfrm>
            <a:off x="4731400" y="3771372"/>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4">
  <p:cSld name="CUSTOM_2_1_1">
    <p:spTree>
      <p:nvGrpSpPr>
        <p:cNvPr id="220" name="Shape 220"/>
        <p:cNvGrpSpPr/>
        <p:nvPr/>
      </p:nvGrpSpPr>
      <p:grpSpPr>
        <a:xfrm>
          <a:off x="0" y="0"/>
          <a:ext cx="0" cy="0"/>
          <a:chOff x="0" y="0"/>
          <a:chExt cx="0" cy="0"/>
        </a:xfrm>
      </p:grpSpPr>
      <p:sp>
        <p:nvSpPr>
          <p:cNvPr id="221" name="Google Shape;221;p30"/>
          <p:cNvSpPr txBox="1"/>
          <p:nvPr>
            <p:ph idx="1" type="body"/>
          </p:nvPr>
        </p:nvSpPr>
        <p:spPr>
          <a:xfrm>
            <a:off x="6071873" y="767058"/>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22" name="Google Shape;222;p30"/>
          <p:cNvSpPr txBox="1"/>
          <p:nvPr>
            <p:ph idx="2" type="body"/>
          </p:nvPr>
        </p:nvSpPr>
        <p:spPr>
          <a:xfrm>
            <a:off x="3178225" y="767058"/>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23" name="Google Shape;223;p30"/>
          <p:cNvSpPr txBox="1"/>
          <p:nvPr>
            <p:ph idx="3" type="body"/>
          </p:nvPr>
        </p:nvSpPr>
        <p:spPr>
          <a:xfrm>
            <a:off x="6071873" y="2993932"/>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24" name="Google Shape;224;p30"/>
          <p:cNvSpPr txBox="1"/>
          <p:nvPr>
            <p:ph idx="4" type="body"/>
          </p:nvPr>
        </p:nvSpPr>
        <p:spPr>
          <a:xfrm>
            <a:off x="3178225" y="2993932"/>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25" name="Google Shape;225;p30"/>
          <p:cNvSpPr txBox="1"/>
          <p:nvPr>
            <p:ph type="title"/>
          </p:nvPr>
        </p:nvSpPr>
        <p:spPr>
          <a:xfrm>
            <a:off x="3178383" y="282825"/>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defRPr>
            </a:lvl2pPr>
            <a:lvl3pPr lvl="2">
              <a:lnSpc>
                <a:spcPct val="115000"/>
              </a:lnSpc>
              <a:spcBef>
                <a:spcPts val="0"/>
              </a:spcBef>
              <a:spcAft>
                <a:spcPts val="0"/>
              </a:spcAft>
              <a:buNone/>
              <a:defRPr sz="1800">
                <a:solidFill>
                  <a:schemeClr val="lt2"/>
                </a:solidFill>
              </a:defRPr>
            </a:lvl3pPr>
            <a:lvl4pPr lvl="3">
              <a:lnSpc>
                <a:spcPct val="115000"/>
              </a:lnSpc>
              <a:spcBef>
                <a:spcPts val="0"/>
              </a:spcBef>
              <a:spcAft>
                <a:spcPts val="0"/>
              </a:spcAft>
              <a:buNone/>
              <a:defRPr sz="1800">
                <a:solidFill>
                  <a:schemeClr val="lt2"/>
                </a:solidFill>
              </a:defRPr>
            </a:lvl4pPr>
            <a:lvl5pPr lvl="4">
              <a:lnSpc>
                <a:spcPct val="115000"/>
              </a:lnSpc>
              <a:spcBef>
                <a:spcPts val="0"/>
              </a:spcBef>
              <a:spcAft>
                <a:spcPts val="0"/>
              </a:spcAft>
              <a:buNone/>
              <a:defRPr sz="1800">
                <a:solidFill>
                  <a:schemeClr val="lt2"/>
                </a:solidFill>
              </a:defRPr>
            </a:lvl5pPr>
            <a:lvl6pPr lvl="5">
              <a:lnSpc>
                <a:spcPct val="115000"/>
              </a:lnSpc>
              <a:spcBef>
                <a:spcPts val="0"/>
              </a:spcBef>
              <a:spcAft>
                <a:spcPts val="0"/>
              </a:spcAft>
              <a:buNone/>
              <a:defRPr sz="1800">
                <a:solidFill>
                  <a:schemeClr val="lt2"/>
                </a:solidFill>
              </a:defRPr>
            </a:lvl6pPr>
            <a:lvl7pPr lvl="6">
              <a:lnSpc>
                <a:spcPct val="115000"/>
              </a:lnSpc>
              <a:spcBef>
                <a:spcPts val="0"/>
              </a:spcBef>
              <a:spcAft>
                <a:spcPts val="0"/>
              </a:spcAft>
              <a:buNone/>
              <a:defRPr sz="1800">
                <a:solidFill>
                  <a:schemeClr val="lt2"/>
                </a:solidFill>
              </a:defRPr>
            </a:lvl7pPr>
            <a:lvl8pPr lvl="7">
              <a:lnSpc>
                <a:spcPct val="115000"/>
              </a:lnSpc>
              <a:spcBef>
                <a:spcPts val="0"/>
              </a:spcBef>
              <a:spcAft>
                <a:spcPts val="0"/>
              </a:spcAft>
              <a:buNone/>
              <a:defRPr sz="1800">
                <a:solidFill>
                  <a:schemeClr val="lt2"/>
                </a:solidFill>
              </a:defRPr>
            </a:lvl8pPr>
            <a:lvl9pPr lvl="8">
              <a:lnSpc>
                <a:spcPct val="115000"/>
              </a:lnSpc>
              <a:spcBef>
                <a:spcPts val="0"/>
              </a:spcBef>
              <a:spcAft>
                <a:spcPts val="0"/>
              </a:spcAft>
              <a:buNone/>
              <a:defRPr sz="1800">
                <a:solidFill>
                  <a:schemeClr val="lt2"/>
                </a:solidFill>
              </a:defRPr>
            </a:lvl9pPr>
          </a:lstStyle>
          <a:p/>
        </p:txBody>
      </p:sp>
      <p:sp>
        <p:nvSpPr>
          <p:cNvPr id="226" name="Google Shape;226;p30"/>
          <p:cNvSpPr txBox="1"/>
          <p:nvPr>
            <p:ph idx="5" type="title"/>
          </p:nvPr>
        </p:nvSpPr>
        <p:spPr>
          <a:xfrm>
            <a:off x="6072048" y="282825"/>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227" name="Google Shape;227;p30"/>
          <p:cNvSpPr txBox="1"/>
          <p:nvPr>
            <p:ph idx="6" type="title"/>
          </p:nvPr>
        </p:nvSpPr>
        <p:spPr>
          <a:xfrm>
            <a:off x="3178383" y="2509698"/>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228" name="Google Shape;228;p30"/>
          <p:cNvSpPr txBox="1"/>
          <p:nvPr>
            <p:ph idx="7" type="title"/>
          </p:nvPr>
        </p:nvSpPr>
        <p:spPr>
          <a:xfrm>
            <a:off x="6072048" y="2509698"/>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229" name="Google Shape;229;p30"/>
          <p:cNvSpPr txBox="1"/>
          <p:nvPr>
            <p:ph idx="8" type="title"/>
          </p:nvPr>
        </p:nvSpPr>
        <p:spPr>
          <a:xfrm>
            <a:off x="284775" y="282900"/>
            <a:ext cx="27876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30" name="Google Shape;230;p30"/>
          <p:cNvSpPr txBox="1"/>
          <p:nvPr>
            <p:ph idx="9" type="body"/>
          </p:nvPr>
        </p:nvSpPr>
        <p:spPr>
          <a:xfrm>
            <a:off x="284775" y="3598975"/>
            <a:ext cx="2064000" cy="10362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Char char="●"/>
              <a:defRPr b="1" sz="1000"/>
            </a:lvl1pPr>
            <a:lvl2pPr indent="-292100" lvl="1" marL="914400">
              <a:spcBef>
                <a:spcPts val="0"/>
              </a:spcBef>
              <a:spcAft>
                <a:spcPts val="0"/>
              </a:spcAft>
              <a:buSzPts val="1000"/>
              <a:buChar char="○"/>
              <a:defRPr b="1" sz="1000"/>
            </a:lvl2pPr>
            <a:lvl3pPr indent="-292100" lvl="2" marL="1371600">
              <a:spcBef>
                <a:spcPts val="0"/>
              </a:spcBef>
              <a:spcAft>
                <a:spcPts val="0"/>
              </a:spcAft>
              <a:buSzPts val="1000"/>
              <a:buChar char="■"/>
              <a:defRPr b="1" sz="1000"/>
            </a:lvl3pPr>
            <a:lvl4pPr indent="-292100" lvl="3" marL="1828800">
              <a:spcBef>
                <a:spcPts val="0"/>
              </a:spcBef>
              <a:spcAft>
                <a:spcPts val="0"/>
              </a:spcAft>
              <a:buSzPts val="1000"/>
              <a:buChar char="●"/>
              <a:defRPr b="1" sz="1000"/>
            </a:lvl4pPr>
            <a:lvl5pPr indent="-292100" lvl="4" marL="2286000">
              <a:spcBef>
                <a:spcPts val="0"/>
              </a:spcBef>
              <a:spcAft>
                <a:spcPts val="0"/>
              </a:spcAft>
              <a:buSzPts val="1000"/>
              <a:buChar char="○"/>
              <a:defRPr b="1" sz="1000"/>
            </a:lvl5pPr>
            <a:lvl6pPr indent="-292100" lvl="5" marL="2743200">
              <a:spcBef>
                <a:spcPts val="0"/>
              </a:spcBef>
              <a:spcAft>
                <a:spcPts val="0"/>
              </a:spcAft>
              <a:buSzPts val="1000"/>
              <a:buChar char="■"/>
              <a:defRPr b="1" sz="1000"/>
            </a:lvl6pPr>
            <a:lvl7pPr indent="-292100" lvl="6" marL="3200400">
              <a:spcBef>
                <a:spcPts val="0"/>
              </a:spcBef>
              <a:spcAft>
                <a:spcPts val="0"/>
              </a:spcAft>
              <a:buSzPts val="1000"/>
              <a:buChar char="●"/>
              <a:defRPr b="1" sz="1000"/>
            </a:lvl7pPr>
            <a:lvl8pPr indent="-292100" lvl="7" marL="3657600">
              <a:spcBef>
                <a:spcPts val="0"/>
              </a:spcBef>
              <a:spcAft>
                <a:spcPts val="0"/>
              </a:spcAft>
              <a:buSzPts val="1000"/>
              <a:buChar char="○"/>
              <a:defRPr b="1" sz="1000"/>
            </a:lvl8pPr>
            <a:lvl9pPr indent="-292100" lvl="8" marL="4114800">
              <a:spcBef>
                <a:spcPts val="0"/>
              </a:spcBef>
              <a:spcAft>
                <a:spcPts val="0"/>
              </a:spcAft>
              <a:buSzPts val="1000"/>
              <a:buChar char="■"/>
              <a:defRPr b="1" sz="1000"/>
            </a:lvl9pPr>
          </a:lstStyle>
          <a:p/>
        </p:txBody>
      </p:sp>
      <p:sp>
        <p:nvSpPr>
          <p:cNvPr id="231" name="Google Shape;231;p30"/>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32" name="Google Shape;232;p30"/>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5">
  <p:cSld name="CUSTOM_6">
    <p:spTree>
      <p:nvGrpSpPr>
        <p:cNvPr id="233" name="Shape 233"/>
        <p:cNvGrpSpPr/>
        <p:nvPr/>
      </p:nvGrpSpPr>
      <p:grpSpPr>
        <a:xfrm>
          <a:off x="0" y="0"/>
          <a:ext cx="0" cy="0"/>
          <a:chOff x="0" y="0"/>
          <a:chExt cx="0" cy="0"/>
        </a:xfrm>
      </p:grpSpPr>
      <p:sp>
        <p:nvSpPr>
          <p:cNvPr id="234" name="Google Shape;234;p31"/>
          <p:cNvSpPr txBox="1"/>
          <p:nvPr>
            <p:ph type="title"/>
          </p:nvPr>
        </p:nvSpPr>
        <p:spPr>
          <a:xfrm>
            <a:off x="7054825"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235" name="Google Shape;235;p31"/>
          <p:cNvSpPr txBox="1"/>
          <p:nvPr>
            <p:ph idx="2" type="title"/>
          </p:nvPr>
        </p:nvSpPr>
        <p:spPr>
          <a:xfrm>
            <a:off x="5249650"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236" name="Google Shape;236;p31"/>
          <p:cNvSpPr txBox="1"/>
          <p:nvPr>
            <p:ph idx="3" type="title"/>
          </p:nvPr>
        </p:nvSpPr>
        <p:spPr>
          <a:xfrm>
            <a:off x="3444475"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237" name="Google Shape;237;p31"/>
          <p:cNvSpPr txBox="1"/>
          <p:nvPr>
            <p:ph idx="4" type="title"/>
          </p:nvPr>
        </p:nvSpPr>
        <p:spPr>
          <a:xfrm>
            <a:off x="1624900"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solidFill>
                  <a:schemeClr val="lt2"/>
                </a:solidFill>
                <a:latin typeface="Instrument Sans"/>
                <a:ea typeface="Instrument Sans"/>
                <a:cs typeface="Instrument Sans"/>
                <a:sym typeface="Instrument Sans"/>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238" name="Google Shape;238;p31"/>
          <p:cNvSpPr txBox="1"/>
          <p:nvPr>
            <p:ph idx="1" type="body"/>
          </p:nvPr>
        </p:nvSpPr>
        <p:spPr>
          <a:xfrm>
            <a:off x="5249650"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39" name="Google Shape;239;p31"/>
          <p:cNvSpPr txBox="1"/>
          <p:nvPr>
            <p:ph idx="5" type="body"/>
          </p:nvPr>
        </p:nvSpPr>
        <p:spPr>
          <a:xfrm>
            <a:off x="3444475"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40" name="Google Shape;240;p31"/>
          <p:cNvSpPr txBox="1"/>
          <p:nvPr>
            <p:ph idx="6"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31"/>
          <p:cNvSpPr txBox="1"/>
          <p:nvPr>
            <p:ph idx="7" type="title"/>
          </p:nvPr>
        </p:nvSpPr>
        <p:spPr>
          <a:xfrm>
            <a:off x="284800" y="2206500"/>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242" name="Google Shape;242;p31"/>
          <p:cNvSpPr txBox="1"/>
          <p:nvPr>
            <p:ph idx="8" type="title"/>
          </p:nvPr>
        </p:nvSpPr>
        <p:spPr>
          <a:xfrm>
            <a:off x="284800" y="2939825"/>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243" name="Google Shape;243;p31"/>
          <p:cNvSpPr txBox="1"/>
          <p:nvPr>
            <p:ph idx="9"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244" name="Google Shape;244;p31"/>
          <p:cNvSpPr txBox="1"/>
          <p:nvPr>
            <p:ph idx="13" type="title"/>
          </p:nvPr>
        </p:nvSpPr>
        <p:spPr>
          <a:xfrm>
            <a:off x="284800" y="3825550"/>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245" name="Google Shape;245;p31"/>
          <p:cNvSpPr txBox="1"/>
          <p:nvPr>
            <p:ph idx="1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46" name="Google Shape;246;p31"/>
          <p:cNvSpPr txBox="1"/>
          <p:nvPr>
            <p:ph idx="15" type="body"/>
          </p:nvPr>
        </p:nvSpPr>
        <p:spPr>
          <a:xfrm>
            <a:off x="1624900"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47" name="Google Shape;247;p31"/>
          <p:cNvSpPr txBox="1"/>
          <p:nvPr>
            <p:ph idx="16" type="body"/>
          </p:nvPr>
        </p:nvSpPr>
        <p:spPr>
          <a:xfrm>
            <a:off x="7054825"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48" name="Google Shape;248;p31"/>
          <p:cNvSpPr txBox="1"/>
          <p:nvPr>
            <p:ph idx="17"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6">
  <p:cSld name="CUSTOM_9">
    <p:spTree>
      <p:nvGrpSpPr>
        <p:cNvPr id="249" name="Shape 249"/>
        <p:cNvGrpSpPr/>
        <p:nvPr/>
      </p:nvGrpSpPr>
      <p:grpSpPr>
        <a:xfrm>
          <a:off x="0" y="0"/>
          <a:ext cx="0" cy="0"/>
          <a:chOff x="0" y="0"/>
          <a:chExt cx="0" cy="0"/>
        </a:xfrm>
      </p:grpSpPr>
      <p:sp>
        <p:nvSpPr>
          <p:cNvPr id="250" name="Google Shape;250;p32"/>
          <p:cNvSpPr txBox="1"/>
          <p:nvPr>
            <p:ph idx="1" type="body"/>
          </p:nvPr>
        </p:nvSpPr>
        <p:spPr>
          <a:xfrm>
            <a:off x="6795150"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51" name="Google Shape;251;p32"/>
          <p:cNvSpPr txBox="1"/>
          <p:nvPr>
            <p:ph type="title"/>
          </p:nvPr>
        </p:nvSpPr>
        <p:spPr>
          <a:xfrm>
            <a:off x="6795150"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52" name="Google Shape;252;p32"/>
          <p:cNvSpPr txBox="1"/>
          <p:nvPr>
            <p:ph idx="2" type="body"/>
          </p:nvPr>
        </p:nvSpPr>
        <p:spPr>
          <a:xfrm>
            <a:off x="3901625"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53" name="Google Shape;253;p32"/>
          <p:cNvSpPr txBox="1"/>
          <p:nvPr>
            <p:ph idx="3" type="body"/>
          </p:nvPr>
        </p:nvSpPr>
        <p:spPr>
          <a:xfrm>
            <a:off x="1731400"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54" name="Google Shape;254;p32"/>
          <p:cNvSpPr txBox="1"/>
          <p:nvPr>
            <p:ph idx="4" type="title"/>
          </p:nvPr>
        </p:nvSpPr>
        <p:spPr>
          <a:xfrm>
            <a:off x="3901625"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255" name="Google Shape;255;p32"/>
          <p:cNvSpPr txBox="1"/>
          <p:nvPr>
            <p:ph idx="5" type="title"/>
          </p:nvPr>
        </p:nvSpPr>
        <p:spPr>
          <a:xfrm>
            <a:off x="1731400"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256" name="Google Shape;256;p32"/>
          <p:cNvSpPr/>
          <p:nvPr/>
        </p:nvSpPr>
        <p:spPr>
          <a:xfrm flipH="1">
            <a:off x="4625100" y="282925"/>
            <a:ext cx="3510900" cy="2234100"/>
          </a:xfrm>
          <a:prstGeom prst="round2DiagRect">
            <a:avLst>
              <a:gd fmla="val 13968"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Outfit"/>
              <a:ea typeface="Outfit"/>
              <a:cs typeface="Outfit"/>
              <a:sym typeface="Outfit"/>
            </a:endParaRPr>
          </a:p>
        </p:txBody>
      </p:sp>
      <p:sp>
        <p:nvSpPr>
          <p:cNvPr id="257" name="Google Shape;257;p32"/>
          <p:cNvSpPr txBox="1"/>
          <p:nvPr>
            <p:ph idx="6"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258" name="Google Shape;258;p32"/>
          <p:cNvSpPr/>
          <p:nvPr>
            <p:ph idx="7" type="pic"/>
          </p:nvPr>
        </p:nvSpPr>
        <p:spPr>
          <a:xfrm>
            <a:off x="2561025" y="389125"/>
            <a:ext cx="1957500" cy="2025300"/>
          </a:xfrm>
          <a:prstGeom prst="roundRect">
            <a:avLst>
              <a:gd fmla="val 7835" name="adj"/>
            </a:avLst>
          </a:prstGeom>
          <a:noFill/>
          <a:ln>
            <a:noFill/>
          </a:ln>
        </p:spPr>
      </p:sp>
      <p:sp>
        <p:nvSpPr>
          <p:cNvPr id="259" name="Google Shape;259;p32"/>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60" name="Google Shape;260;p32"/>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big ideas">
  <p:cSld name="CUSTOM_7">
    <p:spTree>
      <p:nvGrpSpPr>
        <p:cNvPr id="261" name="Shape 261"/>
        <p:cNvGrpSpPr/>
        <p:nvPr/>
      </p:nvGrpSpPr>
      <p:grpSpPr>
        <a:xfrm>
          <a:off x="0" y="0"/>
          <a:ext cx="0" cy="0"/>
          <a:chOff x="0" y="0"/>
          <a:chExt cx="0" cy="0"/>
        </a:xfrm>
      </p:grpSpPr>
      <p:sp>
        <p:nvSpPr>
          <p:cNvPr id="262" name="Google Shape;262;p33"/>
          <p:cNvSpPr txBox="1"/>
          <p:nvPr>
            <p:ph idx="1" type="body"/>
          </p:nvPr>
        </p:nvSpPr>
        <p:spPr>
          <a:xfrm>
            <a:off x="284775" y="1727100"/>
            <a:ext cx="2787300" cy="1677900"/>
          </a:xfrm>
          <a:prstGeom prst="rect">
            <a:avLst/>
          </a:prstGeom>
        </p:spPr>
        <p:txBody>
          <a:bodyPr anchorCtr="0" anchor="b" bIns="182875" lIns="164575" spcFirstLastPara="1" rIns="182875"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3" name="Google Shape;263;p33"/>
          <p:cNvSpPr txBox="1"/>
          <p:nvPr>
            <p:ph type="title"/>
          </p:nvPr>
        </p:nvSpPr>
        <p:spPr>
          <a:xfrm>
            <a:off x="284775" y="282900"/>
            <a:ext cx="3512100" cy="99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64" name="Google Shape;264;p33"/>
          <p:cNvSpPr txBox="1"/>
          <p:nvPr>
            <p:ph idx="2" type="title"/>
          </p:nvPr>
        </p:nvSpPr>
        <p:spPr>
          <a:xfrm>
            <a:off x="3178325" y="12792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65" name="Google Shape;265;p33"/>
          <p:cNvSpPr txBox="1"/>
          <p:nvPr>
            <p:ph idx="3" type="title"/>
          </p:nvPr>
        </p:nvSpPr>
        <p:spPr>
          <a:xfrm>
            <a:off x="3178325" y="30078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266" name="Google Shape;266;p33"/>
          <p:cNvSpPr txBox="1"/>
          <p:nvPr>
            <p:ph idx="4" type="title"/>
          </p:nvPr>
        </p:nvSpPr>
        <p:spPr>
          <a:xfrm>
            <a:off x="6071875" y="12792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67" name="Google Shape;267;p33"/>
          <p:cNvSpPr txBox="1"/>
          <p:nvPr>
            <p:ph idx="5" type="title"/>
          </p:nvPr>
        </p:nvSpPr>
        <p:spPr>
          <a:xfrm>
            <a:off x="6071875" y="30078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68" name="Google Shape;268;p33"/>
          <p:cNvSpPr txBox="1"/>
          <p:nvPr>
            <p:ph idx="6" type="title"/>
          </p:nvPr>
        </p:nvSpPr>
        <p:spPr>
          <a:xfrm>
            <a:off x="284775" y="351165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269" name="Google Shape;269;p33"/>
          <p:cNvSpPr txBox="1"/>
          <p:nvPr>
            <p:ph idx="7"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70" name="Google Shape;270;p33"/>
          <p:cNvSpPr txBox="1"/>
          <p:nvPr>
            <p:ph idx="8"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big ideas - Alt 1">
  <p:cSld name="CUSTOM_8">
    <p:spTree>
      <p:nvGrpSpPr>
        <p:cNvPr id="271" name="Shape 271"/>
        <p:cNvGrpSpPr/>
        <p:nvPr/>
      </p:nvGrpSpPr>
      <p:grpSpPr>
        <a:xfrm>
          <a:off x="0" y="0"/>
          <a:ext cx="0" cy="0"/>
          <a:chOff x="0" y="0"/>
          <a:chExt cx="0" cy="0"/>
        </a:xfrm>
      </p:grpSpPr>
      <p:sp>
        <p:nvSpPr>
          <p:cNvPr id="272" name="Google Shape;272;p34"/>
          <p:cNvSpPr txBox="1"/>
          <p:nvPr>
            <p:ph idx="1" type="body"/>
          </p:nvPr>
        </p:nvSpPr>
        <p:spPr>
          <a:xfrm>
            <a:off x="1731400" y="1357250"/>
            <a:ext cx="2064000" cy="1677900"/>
          </a:xfrm>
          <a:prstGeom prst="rect">
            <a:avLst/>
          </a:prstGeom>
        </p:spPr>
        <p:txBody>
          <a:bodyPr anchorCtr="0" anchor="b" bIns="182875" lIns="164575" spcFirstLastPara="1" rIns="182875"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3" name="Google Shape;273;p34"/>
          <p:cNvSpPr txBox="1"/>
          <p:nvPr>
            <p:ph idx="2"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274" name="Google Shape;274;p34"/>
          <p:cNvSpPr txBox="1"/>
          <p:nvPr>
            <p:ph type="title"/>
          </p:nvPr>
        </p:nvSpPr>
        <p:spPr>
          <a:xfrm>
            <a:off x="3901625" y="389475"/>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75" name="Google Shape;275;p34"/>
          <p:cNvSpPr txBox="1"/>
          <p:nvPr>
            <p:ph idx="3" type="title"/>
          </p:nvPr>
        </p:nvSpPr>
        <p:spPr>
          <a:xfrm>
            <a:off x="3901625" y="2625650"/>
            <a:ext cx="35106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76" name="Google Shape;276;p34"/>
          <p:cNvSpPr txBox="1"/>
          <p:nvPr>
            <p:ph idx="4" type="title"/>
          </p:nvPr>
        </p:nvSpPr>
        <p:spPr>
          <a:xfrm>
            <a:off x="1731400" y="3144025"/>
            <a:ext cx="20640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77" name="Google Shape;277;p34"/>
          <p:cNvSpPr txBox="1"/>
          <p:nvPr>
            <p:ph idx="5" type="title"/>
          </p:nvPr>
        </p:nvSpPr>
        <p:spPr>
          <a:xfrm>
            <a:off x="6795150" y="389475"/>
            <a:ext cx="20640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78" name="Google Shape;278;p34"/>
          <p:cNvSpPr txBox="1"/>
          <p:nvPr>
            <p:ph idx="6" type="title"/>
          </p:nvPr>
        </p:nvSpPr>
        <p:spPr>
          <a:xfrm>
            <a:off x="7518450" y="2625650"/>
            <a:ext cx="13407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79" name="Google Shape;279;p34"/>
          <p:cNvSpPr txBox="1"/>
          <p:nvPr>
            <p:ph idx="7"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80" name="Google Shape;280;p34"/>
          <p:cNvSpPr txBox="1"/>
          <p:nvPr>
            <p:ph idx="8"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2">
  <p:cSld name="BLANK_1_1_1_1_1_1_1_1_1_1_1_1_1_1_1_1_1_3">
    <p:spTree>
      <p:nvGrpSpPr>
        <p:cNvPr id="281" name="Shape 281"/>
        <p:cNvGrpSpPr/>
        <p:nvPr/>
      </p:nvGrpSpPr>
      <p:grpSpPr>
        <a:xfrm>
          <a:off x="0" y="0"/>
          <a:ext cx="0" cy="0"/>
          <a:chOff x="0" y="0"/>
          <a:chExt cx="0" cy="0"/>
        </a:xfrm>
      </p:grpSpPr>
      <p:sp>
        <p:nvSpPr>
          <p:cNvPr id="282" name="Google Shape;282;p35"/>
          <p:cNvSpPr txBox="1"/>
          <p:nvPr>
            <p:ph idx="1" type="body"/>
          </p:nvPr>
        </p:nvSpPr>
        <p:spPr>
          <a:xfrm>
            <a:off x="1883800" y="2695375"/>
            <a:ext cx="1564500" cy="1273500"/>
          </a:xfrm>
          <a:prstGeom prst="rect">
            <a:avLst/>
          </a:prstGeom>
        </p:spPr>
        <p:txBody>
          <a:bodyPr anchorCtr="0" anchor="t" bIns="0" lIns="0" spcFirstLastPara="1" rIns="0"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3" name="Google Shape;283;p35"/>
          <p:cNvSpPr txBox="1"/>
          <p:nvPr>
            <p:ph idx="2" type="body"/>
          </p:nvPr>
        </p:nvSpPr>
        <p:spPr>
          <a:xfrm>
            <a:off x="3571625" y="2695375"/>
            <a:ext cx="1564500" cy="1273500"/>
          </a:xfrm>
          <a:prstGeom prst="rect">
            <a:avLst/>
          </a:prstGeom>
        </p:spPr>
        <p:txBody>
          <a:bodyPr anchorCtr="0" anchor="t" bIns="0" lIns="0" spcFirstLastPara="1" rIns="91425"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4" name="Google Shape;284;p35"/>
          <p:cNvSpPr txBox="1"/>
          <p:nvPr>
            <p:ph idx="3" type="body"/>
          </p:nvPr>
        </p:nvSpPr>
        <p:spPr>
          <a:xfrm>
            <a:off x="5500650" y="2695375"/>
            <a:ext cx="1564500" cy="1273500"/>
          </a:xfrm>
          <a:prstGeom prst="rect">
            <a:avLst/>
          </a:prstGeom>
        </p:spPr>
        <p:txBody>
          <a:bodyPr anchorCtr="0" anchor="t" bIns="0" lIns="0" spcFirstLastPara="1" rIns="0"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5" name="Google Shape;285;p35"/>
          <p:cNvSpPr txBox="1"/>
          <p:nvPr>
            <p:ph idx="4" type="body"/>
          </p:nvPr>
        </p:nvSpPr>
        <p:spPr>
          <a:xfrm>
            <a:off x="7188475" y="2695375"/>
            <a:ext cx="1564500" cy="1273500"/>
          </a:xfrm>
          <a:prstGeom prst="rect">
            <a:avLst/>
          </a:prstGeom>
        </p:spPr>
        <p:txBody>
          <a:bodyPr anchorCtr="0" anchor="t" bIns="0" lIns="0" spcFirstLastPara="1" rIns="91425"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6" name="Google Shape;286;p35"/>
          <p:cNvSpPr txBox="1"/>
          <p:nvPr>
            <p:ph idx="5" type="subTitle"/>
          </p:nvPr>
        </p:nvSpPr>
        <p:spPr>
          <a:xfrm>
            <a:off x="1883800" y="2406325"/>
            <a:ext cx="3207300" cy="1692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Outfit"/>
              <a:buNone/>
              <a:defRPr>
                <a:latin typeface="Outfit"/>
                <a:ea typeface="Outfit"/>
                <a:cs typeface="Outfit"/>
                <a:sym typeface="Outfit"/>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287" name="Google Shape;287;p35"/>
          <p:cNvSpPr/>
          <p:nvPr>
            <p:ph idx="6" type="pic"/>
          </p:nvPr>
        </p:nvSpPr>
        <p:spPr>
          <a:xfrm>
            <a:off x="1731400" y="967275"/>
            <a:ext cx="2064000" cy="1273500"/>
          </a:xfrm>
          <a:prstGeom prst="round2DiagRect">
            <a:avLst>
              <a:gd fmla="val 0" name="adj1"/>
              <a:gd fmla="val 16572" name="adj2"/>
            </a:avLst>
          </a:prstGeom>
          <a:noFill/>
          <a:ln>
            <a:noFill/>
          </a:ln>
        </p:spPr>
      </p:sp>
      <p:sp>
        <p:nvSpPr>
          <p:cNvPr id="288" name="Google Shape;288;p35"/>
          <p:cNvSpPr/>
          <p:nvPr>
            <p:ph idx="7" type="pic"/>
          </p:nvPr>
        </p:nvSpPr>
        <p:spPr>
          <a:xfrm>
            <a:off x="5348325" y="967275"/>
            <a:ext cx="2064000" cy="1273500"/>
          </a:xfrm>
          <a:prstGeom prst="round2DiagRect">
            <a:avLst>
              <a:gd fmla="val 0" name="adj1"/>
              <a:gd fmla="val 16572" name="adj2"/>
            </a:avLst>
          </a:prstGeom>
          <a:noFill/>
          <a:ln>
            <a:noFill/>
          </a:ln>
        </p:spPr>
      </p:sp>
      <p:sp>
        <p:nvSpPr>
          <p:cNvPr id="289" name="Google Shape;289;p35"/>
          <p:cNvSpPr txBox="1"/>
          <p:nvPr>
            <p:ph idx="8" type="subTitle"/>
          </p:nvPr>
        </p:nvSpPr>
        <p:spPr>
          <a:xfrm>
            <a:off x="5500650" y="2406325"/>
            <a:ext cx="3207300" cy="1692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1200"/>
              <a:buFont typeface="Outfit"/>
              <a:buNone/>
              <a:defRPr>
                <a:latin typeface="Outfit"/>
                <a:ea typeface="Outfit"/>
                <a:cs typeface="Outfit"/>
                <a:sym typeface="Outfit"/>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290" name="Google Shape;290;p35"/>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91" name="Google Shape;291;p35"/>
          <p:cNvSpPr txBox="1"/>
          <p:nvPr>
            <p:ph idx="9"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92" name="Google Shape;292;p35"/>
          <p:cNvSpPr txBox="1"/>
          <p:nvPr>
            <p:ph idx="1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CUSTOM">
    <p:bg>
      <p:bgPr>
        <a:solidFill>
          <a:schemeClr val="lt2"/>
        </a:solidFill>
      </p:bgPr>
    </p:bg>
    <p:spTree>
      <p:nvGrpSpPr>
        <p:cNvPr id="293" name="Shape 293"/>
        <p:cNvGrpSpPr/>
        <p:nvPr/>
      </p:nvGrpSpPr>
      <p:grpSpPr>
        <a:xfrm>
          <a:off x="0" y="0"/>
          <a:ext cx="0" cy="0"/>
          <a:chOff x="0" y="0"/>
          <a:chExt cx="0" cy="0"/>
        </a:xfrm>
      </p:grpSpPr>
      <p:sp>
        <p:nvSpPr>
          <p:cNvPr id="294" name="Google Shape;294;p36"/>
          <p:cNvSpPr txBox="1"/>
          <p:nvPr>
            <p:ph idx="1" type="subTitle"/>
          </p:nvPr>
        </p:nvSpPr>
        <p:spPr>
          <a:xfrm>
            <a:off x="6794975"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295" name="Google Shape;295;p36"/>
          <p:cNvSpPr/>
          <p:nvPr>
            <p:ph idx="2" type="pic"/>
          </p:nvPr>
        </p:nvSpPr>
        <p:spPr>
          <a:xfrm>
            <a:off x="2455025" y="1980250"/>
            <a:ext cx="2064000" cy="1122300"/>
          </a:xfrm>
          <a:prstGeom prst="round2SameRect">
            <a:avLst>
              <a:gd fmla="val 16667" name="adj1"/>
              <a:gd fmla="val 0" name="adj2"/>
            </a:avLst>
          </a:prstGeom>
          <a:noFill/>
          <a:ln>
            <a:noFill/>
          </a:ln>
        </p:spPr>
      </p:sp>
      <p:sp>
        <p:nvSpPr>
          <p:cNvPr id="296" name="Google Shape;296;p36"/>
          <p:cNvSpPr txBox="1"/>
          <p:nvPr>
            <p:ph idx="3" type="subTitle"/>
          </p:nvPr>
        </p:nvSpPr>
        <p:spPr>
          <a:xfrm>
            <a:off x="2455025"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297" name="Google Shape;297;p36"/>
          <p:cNvSpPr/>
          <p:nvPr>
            <p:ph idx="4" type="pic"/>
          </p:nvPr>
        </p:nvSpPr>
        <p:spPr>
          <a:xfrm>
            <a:off x="4625000" y="1980250"/>
            <a:ext cx="2064000" cy="1122300"/>
          </a:xfrm>
          <a:prstGeom prst="round2SameRect">
            <a:avLst>
              <a:gd fmla="val 16667" name="adj1"/>
              <a:gd fmla="val 0" name="adj2"/>
            </a:avLst>
          </a:prstGeom>
          <a:noFill/>
          <a:ln>
            <a:noFill/>
          </a:ln>
        </p:spPr>
      </p:sp>
      <p:sp>
        <p:nvSpPr>
          <p:cNvPr id="298" name="Google Shape;298;p36"/>
          <p:cNvSpPr txBox="1"/>
          <p:nvPr>
            <p:ph idx="5" type="subTitle"/>
          </p:nvPr>
        </p:nvSpPr>
        <p:spPr>
          <a:xfrm>
            <a:off x="4625000"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299" name="Google Shape;299;p36"/>
          <p:cNvSpPr/>
          <p:nvPr>
            <p:ph idx="6" type="pic"/>
          </p:nvPr>
        </p:nvSpPr>
        <p:spPr>
          <a:xfrm>
            <a:off x="285050" y="1980250"/>
            <a:ext cx="2064000" cy="1122300"/>
          </a:xfrm>
          <a:prstGeom prst="round2SameRect">
            <a:avLst>
              <a:gd fmla="val 16667" name="adj1"/>
              <a:gd fmla="val 0" name="adj2"/>
            </a:avLst>
          </a:prstGeom>
          <a:noFill/>
          <a:ln>
            <a:noFill/>
          </a:ln>
        </p:spPr>
      </p:sp>
      <p:sp>
        <p:nvSpPr>
          <p:cNvPr id="300" name="Google Shape;300;p36"/>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01" name="Google Shape;301;p36"/>
          <p:cNvSpPr txBox="1"/>
          <p:nvPr>
            <p:ph idx="7" type="body"/>
          </p:nvPr>
        </p:nvSpPr>
        <p:spPr>
          <a:xfrm>
            <a:off x="284750"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02" name="Google Shape;302;p36"/>
          <p:cNvSpPr txBox="1"/>
          <p:nvPr>
            <p:ph idx="8" type="subTitle"/>
          </p:nvPr>
        </p:nvSpPr>
        <p:spPr>
          <a:xfrm>
            <a:off x="285050"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303" name="Google Shape;303;p36"/>
          <p:cNvSpPr txBox="1"/>
          <p:nvPr>
            <p:ph idx="9" type="body"/>
          </p:nvPr>
        </p:nvSpPr>
        <p:spPr>
          <a:xfrm>
            <a:off x="2454725"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04" name="Google Shape;304;p36"/>
          <p:cNvSpPr txBox="1"/>
          <p:nvPr>
            <p:ph idx="13" type="body"/>
          </p:nvPr>
        </p:nvSpPr>
        <p:spPr>
          <a:xfrm>
            <a:off x="4624700"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05" name="Google Shape;305;p36"/>
          <p:cNvSpPr txBox="1"/>
          <p:nvPr>
            <p:ph idx="14" type="body"/>
          </p:nvPr>
        </p:nvSpPr>
        <p:spPr>
          <a:xfrm>
            <a:off x="6794675"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06" name="Google Shape;306;p36"/>
          <p:cNvSpPr/>
          <p:nvPr>
            <p:ph idx="15" type="pic"/>
          </p:nvPr>
        </p:nvSpPr>
        <p:spPr>
          <a:xfrm>
            <a:off x="6794975" y="1980250"/>
            <a:ext cx="2064000" cy="1122300"/>
          </a:xfrm>
          <a:prstGeom prst="round2SameRect">
            <a:avLst>
              <a:gd fmla="val 16667" name="adj1"/>
              <a:gd fmla="val 0" name="adj2"/>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3">
  <p:cSld name="CUSTOM_3">
    <p:bg>
      <p:bgPr>
        <a:solidFill>
          <a:schemeClr val="lt2"/>
        </a:solidFill>
      </p:bgPr>
    </p:bg>
    <p:spTree>
      <p:nvGrpSpPr>
        <p:cNvPr id="307" name="Shape 307"/>
        <p:cNvGrpSpPr/>
        <p:nvPr/>
      </p:nvGrpSpPr>
      <p:grpSpPr>
        <a:xfrm>
          <a:off x="0" y="0"/>
          <a:ext cx="0" cy="0"/>
          <a:chOff x="0" y="0"/>
          <a:chExt cx="0" cy="0"/>
        </a:xfrm>
      </p:grpSpPr>
      <p:sp>
        <p:nvSpPr>
          <p:cNvPr id="308" name="Google Shape;308;p37"/>
          <p:cNvSpPr/>
          <p:nvPr>
            <p:ph idx="2" type="pic"/>
          </p:nvPr>
        </p:nvSpPr>
        <p:spPr>
          <a:xfrm>
            <a:off x="5965025" y="3740450"/>
            <a:ext cx="2894400" cy="1116900"/>
          </a:xfrm>
          <a:prstGeom prst="roundRect">
            <a:avLst>
              <a:gd fmla="val 13273" name="adj"/>
            </a:avLst>
          </a:prstGeom>
          <a:noFill/>
          <a:ln>
            <a:noFill/>
          </a:ln>
        </p:spPr>
      </p:sp>
      <p:sp>
        <p:nvSpPr>
          <p:cNvPr id="309" name="Google Shape;309;p37"/>
          <p:cNvSpPr/>
          <p:nvPr/>
        </p:nvSpPr>
        <p:spPr>
          <a:xfrm flipH="1" rot="10800000">
            <a:off x="575775" y="282975"/>
            <a:ext cx="7992600" cy="3457500"/>
          </a:xfrm>
          <a:prstGeom prst="round2DiagRect">
            <a:avLst>
              <a:gd fmla="val 9463"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310" name="Google Shape;310;p37"/>
          <p:cNvSpPr/>
          <p:nvPr/>
        </p:nvSpPr>
        <p:spPr>
          <a:xfrm flipH="1" rot="10800000">
            <a:off x="575775" y="3740475"/>
            <a:ext cx="5389200" cy="1116900"/>
          </a:xfrm>
          <a:prstGeom prst="round2DiagRect">
            <a:avLst>
              <a:gd fmla="val 16002"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311" name="Google Shape;311;p37"/>
          <p:cNvSpPr/>
          <p:nvPr/>
        </p:nvSpPr>
        <p:spPr>
          <a:xfrm rot="10800000">
            <a:off x="284775" y="282975"/>
            <a:ext cx="291000" cy="45744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312" name="Google Shape;312;p37"/>
          <p:cNvSpPr/>
          <p:nvPr/>
        </p:nvSpPr>
        <p:spPr>
          <a:xfrm rot="10800000">
            <a:off x="8568225" y="282900"/>
            <a:ext cx="291000" cy="34575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313" name="Google Shape;313;p37"/>
          <p:cNvSpPr txBox="1"/>
          <p:nvPr>
            <p:ph type="title"/>
          </p:nvPr>
        </p:nvSpPr>
        <p:spPr>
          <a:xfrm>
            <a:off x="917100" y="528525"/>
            <a:ext cx="7337100" cy="291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4" name="Google Shape;314;p37"/>
          <p:cNvSpPr txBox="1"/>
          <p:nvPr>
            <p:ph idx="1" type="subTitle"/>
          </p:nvPr>
        </p:nvSpPr>
        <p:spPr>
          <a:xfrm>
            <a:off x="917100" y="3989175"/>
            <a:ext cx="4625100" cy="597900"/>
          </a:xfrm>
          <a:prstGeom prst="rect">
            <a:avLst/>
          </a:prstGeom>
        </p:spPr>
        <p:txBody>
          <a:bodyPr anchorCtr="0" anchor="t" bIns="0" lIns="0" spcFirstLastPara="1" rIns="0" wrap="square" tIns="0">
            <a:noAutofit/>
          </a:bodyPr>
          <a:lstStyle>
            <a:lvl1pPr lvl="0">
              <a:spcBef>
                <a:spcPts val="0"/>
              </a:spcBef>
              <a:spcAft>
                <a:spcPts val="0"/>
              </a:spcAft>
              <a:buSzPts val="1800"/>
              <a:buFont typeface="Outfit"/>
              <a:buNone/>
              <a:defRPr sz="1800">
                <a:latin typeface="Outfit"/>
                <a:ea typeface="Outfit"/>
                <a:cs typeface="Outfit"/>
                <a:sym typeface="Outfit"/>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 Alt 1">
  <p:cSld name="CUSTOM_4">
    <p:bg>
      <p:bgPr>
        <a:solidFill>
          <a:schemeClr val="lt2"/>
        </a:solidFill>
      </p:bgPr>
    </p:bg>
    <p:spTree>
      <p:nvGrpSpPr>
        <p:cNvPr id="315" name="Shape 315"/>
        <p:cNvGrpSpPr/>
        <p:nvPr/>
      </p:nvGrpSpPr>
      <p:grpSpPr>
        <a:xfrm>
          <a:off x="0" y="0"/>
          <a:ext cx="0" cy="0"/>
          <a:chOff x="0" y="0"/>
          <a:chExt cx="0" cy="0"/>
        </a:xfrm>
      </p:grpSpPr>
      <p:sp>
        <p:nvSpPr>
          <p:cNvPr id="316" name="Google Shape;316;p38"/>
          <p:cNvSpPr/>
          <p:nvPr>
            <p:ph idx="2" type="pic"/>
          </p:nvPr>
        </p:nvSpPr>
        <p:spPr>
          <a:xfrm>
            <a:off x="717825" y="2478076"/>
            <a:ext cx="1197900" cy="1197900"/>
          </a:xfrm>
          <a:prstGeom prst="ellipse">
            <a:avLst/>
          </a:prstGeom>
          <a:noFill/>
          <a:ln cap="flat" cmpd="sng" w="9525">
            <a:solidFill>
              <a:schemeClr val="lt2"/>
            </a:solidFill>
            <a:prstDash val="solid"/>
            <a:round/>
            <a:headEnd len="sm" w="sm" type="none"/>
            <a:tailEnd len="sm" w="sm" type="none"/>
          </a:ln>
        </p:spPr>
      </p:sp>
      <p:sp>
        <p:nvSpPr>
          <p:cNvPr id="317" name="Google Shape;317;p38"/>
          <p:cNvSpPr/>
          <p:nvPr>
            <p:ph idx="3" type="pic"/>
          </p:nvPr>
        </p:nvSpPr>
        <p:spPr>
          <a:xfrm>
            <a:off x="2887875" y="2478076"/>
            <a:ext cx="1197900" cy="1197900"/>
          </a:xfrm>
          <a:prstGeom prst="ellipse">
            <a:avLst/>
          </a:prstGeom>
          <a:noFill/>
          <a:ln cap="flat" cmpd="sng" w="9525">
            <a:solidFill>
              <a:schemeClr val="lt2"/>
            </a:solidFill>
            <a:prstDash val="solid"/>
            <a:round/>
            <a:headEnd len="sm" w="sm" type="none"/>
            <a:tailEnd len="sm" w="sm" type="none"/>
          </a:ln>
        </p:spPr>
      </p:sp>
      <p:sp>
        <p:nvSpPr>
          <p:cNvPr id="318" name="Google Shape;318;p38"/>
          <p:cNvSpPr/>
          <p:nvPr>
            <p:ph idx="4" type="pic"/>
          </p:nvPr>
        </p:nvSpPr>
        <p:spPr>
          <a:xfrm>
            <a:off x="5057925" y="2478076"/>
            <a:ext cx="1197900" cy="1197900"/>
          </a:xfrm>
          <a:prstGeom prst="ellipse">
            <a:avLst/>
          </a:prstGeom>
          <a:noFill/>
          <a:ln cap="flat" cmpd="sng" w="9525">
            <a:solidFill>
              <a:schemeClr val="lt2"/>
            </a:solidFill>
            <a:prstDash val="solid"/>
            <a:round/>
            <a:headEnd len="sm" w="sm" type="none"/>
            <a:tailEnd len="sm" w="sm" type="none"/>
          </a:ln>
        </p:spPr>
      </p:sp>
      <p:sp>
        <p:nvSpPr>
          <p:cNvPr id="319" name="Google Shape;319;p38"/>
          <p:cNvSpPr/>
          <p:nvPr>
            <p:ph idx="5" type="pic"/>
          </p:nvPr>
        </p:nvSpPr>
        <p:spPr>
          <a:xfrm>
            <a:off x="7227975" y="2478076"/>
            <a:ext cx="1197900" cy="1197900"/>
          </a:xfrm>
          <a:prstGeom prst="ellipse">
            <a:avLst/>
          </a:prstGeom>
          <a:noFill/>
          <a:ln cap="flat" cmpd="sng" w="9525">
            <a:solidFill>
              <a:schemeClr val="lt2"/>
            </a:solidFill>
            <a:prstDash val="solid"/>
            <a:round/>
            <a:headEnd len="sm" w="sm" type="none"/>
            <a:tailEnd len="sm" w="sm" type="none"/>
          </a:ln>
        </p:spPr>
      </p:sp>
      <p:sp>
        <p:nvSpPr>
          <p:cNvPr id="320" name="Google Shape;320;p38"/>
          <p:cNvSpPr txBox="1"/>
          <p:nvPr>
            <p:ph idx="1" type="subTitle"/>
          </p:nvPr>
        </p:nvSpPr>
        <p:spPr>
          <a:xfrm>
            <a:off x="284775"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SzPts val="1800"/>
              <a:buNone/>
              <a:defRPr b="1" sz="18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21" name="Google Shape;321;p38"/>
          <p:cNvSpPr txBox="1"/>
          <p:nvPr>
            <p:ph idx="6" type="subTitle"/>
          </p:nvPr>
        </p:nvSpPr>
        <p:spPr>
          <a:xfrm>
            <a:off x="2454825"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1"/>
              </a:buClr>
              <a:buSzPts val="1800"/>
              <a:buNone/>
              <a:defRPr b="1" sz="1800"/>
            </a:lvl1pPr>
            <a:lvl2pPr lvl="1">
              <a:lnSpc>
                <a:spcPct val="90000"/>
              </a:lnSpc>
              <a:spcBef>
                <a:spcPts val="0"/>
              </a:spcBef>
              <a:spcAft>
                <a:spcPts val="0"/>
              </a:spcAft>
              <a:buSzPts val="1200"/>
              <a:buNone/>
              <a:defRPr/>
            </a:lvl2pPr>
            <a:lvl3pPr lvl="2">
              <a:lnSpc>
                <a:spcPct val="90000"/>
              </a:lnSpc>
              <a:spcBef>
                <a:spcPts val="0"/>
              </a:spcBef>
              <a:spcAft>
                <a:spcPts val="0"/>
              </a:spcAft>
              <a:buSzPts val="1200"/>
              <a:buNone/>
              <a:defRPr/>
            </a:lvl3pPr>
            <a:lvl4pPr lvl="3">
              <a:lnSpc>
                <a:spcPct val="90000"/>
              </a:lnSpc>
              <a:spcBef>
                <a:spcPts val="0"/>
              </a:spcBef>
              <a:spcAft>
                <a:spcPts val="0"/>
              </a:spcAft>
              <a:buSzPts val="1200"/>
              <a:buNone/>
              <a:defRPr/>
            </a:lvl4pPr>
            <a:lvl5pPr lvl="4">
              <a:lnSpc>
                <a:spcPct val="90000"/>
              </a:lnSpc>
              <a:spcBef>
                <a:spcPts val="0"/>
              </a:spcBef>
              <a:spcAft>
                <a:spcPts val="0"/>
              </a:spcAft>
              <a:buSzPts val="1200"/>
              <a:buNone/>
              <a:defRPr/>
            </a:lvl5pPr>
            <a:lvl6pPr lvl="5">
              <a:lnSpc>
                <a:spcPct val="90000"/>
              </a:lnSpc>
              <a:spcBef>
                <a:spcPts val="0"/>
              </a:spcBef>
              <a:spcAft>
                <a:spcPts val="0"/>
              </a:spcAft>
              <a:buSzPts val="1200"/>
              <a:buNone/>
              <a:defRPr/>
            </a:lvl6pPr>
            <a:lvl7pPr lvl="6">
              <a:lnSpc>
                <a:spcPct val="90000"/>
              </a:lnSpc>
              <a:spcBef>
                <a:spcPts val="0"/>
              </a:spcBef>
              <a:spcAft>
                <a:spcPts val="0"/>
              </a:spcAft>
              <a:buSzPts val="1200"/>
              <a:buNone/>
              <a:defRPr/>
            </a:lvl7pPr>
            <a:lvl8pPr lvl="7">
              <a:lnSpc>
                <a:spcPct val="90000"/>
              </a:lnSpc>
              <a:spcBef>
                <a:spcPts val="0"/>
              </a:spcBef>
              <a:spcAft>
                <a:spcPts val="0"/>
              </a:spcAft>
              <a:buSzPts val="1200"/>
              <a:buNone/>
              <a:defRPr/>
            </a:lvl8pPr>
            <a:lvl9pPr lvl="8">
              <a:lnSpc>
                <a:spcPct val="90000"/>
              </a:lnSpc>
              <a:spcBef>
                <a:spcPts val="0"/>
              </a:spcBef>
              <a:spcAft>
                <a:spcPts val="0"/>
              </a:spcAft>
              <a:buSzPts val="1200"/>
              <a:buNone/>
              <a:defRPr/>
            </a:lvl9pPr>
          </a:lstStyle>
          <a:p/>
        </p:txBody>
      </p:sp>
      <p:sp>
        <p:nvSpPr>
          <p:cNvPr id="322" name="Google Shape;322;p38"/>
          <p:cNvSpPr txBox="1"/>
          <p:nvPr>
            <p:ph idx="7" type="subTitle"/>
          </p:nvPr>
        </p:nvSpPr>
        <p:spPr>
          <a:xfrm>
            <a:off x="4624863"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1"/>
              </a:buClr>
              <a:buSzPts val="1800"/>
              <a:buNone/>
              <a:defRPr b="1" sz="1800"/>
            </a:lvl1pPr>
            <a:lvl2pPr lvl="1">
              <a:lnSpc>
                <a:spcPct val="90000"/>
              </a:lnSpc>
              <a:spcBef>
                <a:spcPts val="0"/>
              </a:spcBef>
              <a:spcAft>
                <a:spcPts val="0"/>
              </a:spcAft>
              <a:buSzPts val="1200"/>
              <a:buNone/>
              <a:defRPr/>
            </a:lvl2pPr>
            <a:lvl3pPr lvl="2">
              <a:lnSpc>
                <a:spcPct val="90000"/>
              </a:lnSpc>
              <a:spcBef>
                <a:spcPts val="0"/>
              </a:spcBef>
              <a:spcAft>
                <a:spcPts val="0"/>
              </a:spcAft>
              <a:buSzPts val="1200"/>
              <a:buNone/>
              <a:defRPr/>
            </a:lvl3pPr>
            <a:lvl4pPr lvl="3">
              <a:lnSpc>
                <a:spcPct val="90000"/>
              </a:lnSpc>
              <a:spcBef>
                <a:spcPts val="0"/>
              </a:spcBef>
              <a:spcAft>
                <a:spcPts val="0"/>
              </a:spcAft>
              <a:buSzPts val="1200"/>
              <a:buNone/>
              <a:defRPr/>
            </a:lvl4pPr>
            <a:lvl5pPr lvl="4">
              <a:lnSpc>
                <a:spcPct val="90000"/>
              </a:lnSpc>
              <a:spcBef>
                <a:spcPts val="0"/>
              </a:spcBef>
              <a:spcAft>
                <a:spcPts val="0"/>
              </a:spcAft>
              <a:buSzPts val="1200"/>
              <a:buNone/>
              <a:defRPr/>
            </a:lvl5pPr>
            <a:lvl6pPr lvl="5">
              <a:lnSpc>
                <a:spcPct val="90000"/>
              </a:lnSpc>
              <a:spcBef>
                <a:spcPts val="0"/>
              </a:spcBef>
              <a:spcAft>
                <a:spcPts val="0"/>
              </a:spcAft>
              <a:buSzPts val="1200"/>
              <a:buNone/>
              <a:defRPr/>
            </a:lvl6pPr>
            <a:lvl7pPr lvl="6">
              <a:lnSpc>
                <a:spcPct val="90000"/>
              </a:lnSpc>
              <a:spcBef>
                <a:spcPts val="0"/>
              </a:spcBef>
              <a:spcAft>
                <a:spcPts val="0"/>
              </a:spcAft>
              <a:buSzPts val="1200"/>
              <a:buNone/>
              <a:defRPr/>
            </a:lvl7pPr>
            <a:lvl8pPr lvl="7">
              <a:lnSpc>
                <a:spcPct val="90000"/>
              </a:lnSpc>
              <a:spcBef>
                <a:spcPts val="0"/>
              </a:spcBef>
              <a:spcAft>
                <a:spcPts val="0"/>
              </a:spcAft>
              <a:buSzPts val="1200"/>
              <a:buNone/>
              <a:defRPr/>
            </a:lvl8pPr>
            <a:lvl9pPr lvl="8">
              <a:lnSpc>
                <a:spcPct val="90000"/>
              </a:lnSpc>
              <a:spcBef>
                <a:spcPts val="0"/>
              </a:spcBef>
              <a:spcAft>
                <a:spcPts val="0"/>
              </a:spcAft>
              <a:buSzPts val="1200"/>
              <a:buNone/>
              <a:defRPr/>
            </a:lvl9pPr>
          </a:lstStyle>
          <a:p/>
        </p:txBody>
      </p:sp>
      <p:sp>
        <p:nvSpPr>
          <p:cNvPr id="323" name="Google Shape;323;p38"/>
          <p:cNvSpPr txBox="1"/>
          <p:nvPr>
            <p:ph idx="8" type="subTitle"/>
          </p:nvPr>
        </p:nvSpPr>
        <p:spPr>
          <a:xfrm>
            <a:off x="6794913"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2"/>
              </a:buClr>
              <a:buSzPts val="1800"/>
              <a:buNone/>
              <a:defRPr b="1" sz="1800">
                <a:solidFill>
                  <a:schemeClr val="lt2"/>
                </a:solidFill>
              </a:defRPr>
            </a:lvl1pPr>
            <a:lvl2pPr lvl="1">
              <a:lnSpc>
                <a:spcPct val="90000"/>
              </a:lnSpc>
              <a:spcBef>
                <a:spcPts val="0"/>
              </a:spcBef>
              <a:spcAft>
                <a:spcPts val="0"/>
              </a:spcAft>
              <a:buClr>
                <a:schemeClr val="lt2"/>
              </a:buClr>
              <a:buSzPts val="1200"/>
              <a:buNone/>
              <a:defRPr>
                <a:solidFill>
                  <a:schemeClr val="lt2"/>
                </a:solidFill>
              </a:defRPr>
            </a:lvl2pPr>
            <a:lvl3pPr lvl="2">
              <a:lnSpc>
                <a:spcPct val="90000"/>
              </a:lnSpc>
              <a:spcBef>
                <a:spcPts val="0"/>
              </a:spcBef>
              <a:spcAft>
                <a:spcPts val="0"/>
              </a:spcAft>
              <a:buClr>
                <a:schemeClr val="lt2"/>
              </a:buClr>
              <a:buSzPts val="1200"/>
              <a:buNone/>
              <a:defRPr>
                <a:solidFill>
                  <a:schemeClr val="lt2"/>
                </a:solidFill>
              </a:defRPr>
            </a:lvl3pPr>
            <a:lvl4pPr lvl="3">
              <a:lnSpc>
                <a:spcPct val="90000"/>
              </a:lnSpc>
              <a:spcBef>
                <a:spcPts val="0"/>
              </a:spcBef>
              <a:spcAft>
                <a:spcPts val="0"/>
              </a:spcAft>
              <a:buClr>
                <a:schemeClr val="lt2"/>
              </a:buClr>
              <a:buSzPts val="1200"/>
              <a:buNone/>
              <a:defRPr>
                <a:solidFill>
                  <a:schemeClr val="lt2"/>
                </a:solidFill>
              </a:defRPr>
            </a:lvl4pPr>
            <a:lvl5pPr lvl="4">
              <a:lnSpc>
                <a:spcPct val="90000"/>
              </a:lnSpc>
              <a:spcBef>
                <a:spcPts val="0"/>
              </a:spcBef>
              <a:spcAft>
                <a:spcPts val="0"/>
              </a:spcAft>
              <a:buClr>
                <a:schemeClr val="lt2"/>
              </a:buClr>
              <a:buSzPts val="1200"/>
              <a:buNone/>
              <a:defRPr>
                <a:solidFill>
                  <a:schemeClr val="lt2"/>
                </a:solidFill>
              </a:defRPr>
            </a:lvl5pPr>
            <a:lvl6pPr lvl="5">
              <a:lnSpc>
                <a:spcPct val="90000"/>
              </a:lnSpc>
              <a:spcBef>
                <a:spcPts val="0"/>
              </a:spcBef>
              <a:spcAft>
                <a:spcPts val="0"/>
              </a:spcAft>
              <a:buClr>
                <a:schemeClr val="lt2"/>
              </a:buClr>
              <a:buSzPts val="1200"/>
              <a:buNone/>
              <a:defRPr>
                <a:solidFill>
                  <a:schemeClr val="lt2"/>
                </a:solidFill>
              </a:defRPr>
            </a:lvl6pPr>
            <a:lvl7pPr lvl="6">
              <a:lnSpc>
                <a:spcPct val="90000"/>
              </a:lnSpc>
              <a:spcBef>
                <a:spcPts val="0"/>
              </a:spcBef>
              <a:spcAft>
                <a:spcPts val="0"/>
              </a:spcAft>
              <a:buClr>
                <a:schemeClr val="lt2"/>
              </a:buClr>
              <a:buSzPts val="1200"/>
              <a:buNone/>
              <a:defRPr>
                <a:solidFill>
                  <a:schemeClr val="lt2"/>
                </a:solidFill>
              </a:defRPr>
            </a:lvl7pPr>
            <a:lvl8pPr lvl="7">
              <a:lnSpc>
                <a:spcPct val="90000"/>
              </a:lnSpc>
              <a:spcBef>
                <a:spcPts val="0"/>
              </a:spcBef>
              <a:spcAft>
                <a:spcPts val="0"/>
              </a:spcAft>
              <a:buClr>
                <a:schemeClr val="lt2"/>
              </a:buClr>
              <a:buSzPts val="1200"/>
              <a:buNone/>
              <a:defRPr>
                <a:solidFill>
                  <a:schemeClr val="lt2"/>
                </a:solidFill>
              </a:defRPr>
            </a:lvl8pPr>
            <a:lvl9pPr lvl="8">
              <a:lnSpc>
                <a:spcPct val="90000"/>
              </a:lnSpc>
              <a:spcBef>
                <a:spcPts val="0"/>
              </a:spcBef>
              <a:spcAft>
                <a:spcPts val="0"/>
              </a:spcAft>
              <a:buClr>
                <a:schemeClr val="lt2"/>
              </a:buClr>
              <a:buSzPts val="1200"/>
              <a:buNone/>
              <a:defRPr>
                <a:solidFill>
                  <a:schemeClr val="lt2"/>
                </a:solidFill>
              </a:defRPr>
            </a:lvl9pPr>
          </a:lstStyle>
          <a:p/>
        </p:txBody>
      </p:sp>
      <p:sp>
        <p:nvSpPr>
          <p:cNvPr id="324" name="Google Shape;324;p38"/>
          <p:cNvSpPr txBox="1"/>
          <p:nvPr>
            <p:ph idx="9" type="subTitle"/>
          </p:nvPr>
        </p:nvSpPr>
        <p:spPr>
          <a:xfrm>
            <a:off x="28477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25" name="Google Shape;325;p38"/>
          <p:cNvSpPr txBox="1"/>
          <p:nvPr>
            <p:ph idx="13" type="subTitle"/>
          </p:nvPr>
        </p:nvSpPr>
        <p:spPr>
          <a:xfrm>
            <a:off x="245482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26" name="Google Shape;326;p38"/>
          <p:cNvSpPr txBox="1"/>
          <p:nvPr>
            <p:ph idx="14" type="subTitle"/>
          </p:nvPr>
        </p:nvSpPr>
        <p:spPr>
          <a:xfrm>
            <a:off x="462487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27" name="Google Shape;327;p38"/>
          <p:cNvSpPr txBox="1"/>
          <p:nvPr>
            <p:ph idx="15" type="subTitle"/>
          </p:nvPr>
        </p:nvSpPr>
        <p:spPr>
          <a:xfrm>
            <a:off x="679492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Clr>
                <a:schemeClr val="lt2"/>
              </a:buClr>
              <a:buSzPts val="1000"/>
              <a:buNone/>
              <a:defRPr sz="1000">
                <a:solidFill>
                  <a:schemeClr val="lt2"/>
                </a:solidFill>
              </a:defRPr>
            </a:lvl1pPr>
            <a:lvl2pPr lvl="1">
              <a:spcBef>
                <a:spcPts val="0"/>
              </a:spcBef>
              <a:spcAft>
                <a:spcPts val="0"/>
              </a:spcAft>
              <a:buClr>
                <a:schemeClr val="lt2"/>
              </a:buClr>
              <a:buSzPts val="1200"/>
              <a:buNone/>
              <a:defRPr>
                <a:solidFill>
                  <a:schemeClr val="lt2"/>
                </a:solidFill>
              </a:defRPr>
            </a:lvl2pPr>
            <a:lvl3pPr lvl="2">
              <a:spcBef>
                <a:spcPts val="0"/>
              </a:spcBef>
              <a:spcAft>
                <a:spcPts val="0"/>
              </a:spcAft>
              <a:buClr>
                <a:schemeClr val="lt2"/>
              </a:buClr>
              <a:buSzPts val="1200"/>
              <a:buNone/>
              <a:defRPr>
                <a:solidFill>
                  <a:schemeClr val="lt2"/>
                </a:solidFill>
              </a:defRPr>
            </a:lvl3pPr>
            <a:lvl4pPr lvl="3">
              <a:spcBef>
                <a:spcPts val="0"/>
              </a:spcBef>
              <a:spcAft>
                <a:spcPts val="0"/>
              </a:spcAft>
              <a:buClr>
                <a:schemeClr val="lt2"/>
              </a:buClr>
              <a:buSzPts val="1200"/>
              <a:buNone/>
              <a:defRPr>
                <a:solidFill>
                  <a:schemeClr val="lt2"/>
                </a:solidFill>
              </a:defRPr>
            </a:lvl4pPr>
            <a:lvl5pPr lvl="4">
              <a:spcBef>
                <a:spcPts val="0"/>
              </a:spcBef>
              <a:spcAft>
                <a:spcPts val="0"/>
              </a:spcAft>
              <a:buClr>
                <a:schemeClr val="lt2"/>
              </a:buClr>
              <a:buSzPts val="1200"/>
              <a:buNone/>
              <a:defRPr>
                <a:solidFill>
                  <a:schemeClr val="lt2"/>
                </a:solidFill>
              </a:defRPr>
            </a:lvl5pPr>
            <a:lvl6pPr lvl="5">
              <a:spcBef>
                <a:spcPts val="0"/>
              </a:spcBef>
              <a:spcAft>
                <a:spcPts val="0"/>
              </a:spcAft>
              <a:buClr>
                <a:schemeClr val="lt2"/>
              </a:buClr>
              <a:buSzPts val="1200"/>
              <a:buNone/>
              <a:defRPr>
                <a:solidFill>
                  <a:schemeClr val="lt2"/>
                </a:solidFill>
              </a:defRPr>
            </a:lvl6pPr>
            <a:lvl7pPr lvl="6">
              <a:spcBef>
                <a:spcPts val="0"/>
              </a:spcBef>
              <a:spcAft>
                <a:spcPts val="0"/>
              </a:spcAft>
              <a:buClr>
                <a:schemeClr val="lt2"/>
              </a:buClr>
              <a:buSzPts val="1200"/>
              <a:buNone/>
              <a:defRPr>
                <a:solidFill>
                  <a:schemeClr val="lt2"/>
                </a:solidFill>
              </a:defRPr>
            </a:lvl7pPr>
            <a:lvl8pPr lvl="7">
              <a:spcBef>
                <a:spcPts val="0"/>
              </a:spcBef>
              <a:spcAft>
                <a:spcPts val="0"/>
              </a:spcAft>
              <a:buClr>
                <a:schemeClr val="lt2"/>
              </a:buClr>
              <a:buSzPts val="1200"/>
              <a:buNone/>
              <a:defRPr>
                <a:solidFill>
                  <a:schemeClr val="lt2"/>
                </a:solidFill>
              </a:defRPr>
            </a:lvl8pPr>
            <a:lvl9pPr lvl="8">
              <a:spcBef>
                <a:spcPts val="0"/>
              </a:spcBef>
              <a:spcAft>
                <a:spcPts val="0"/>
              </a:spcAft>
              <a:buClr>
                <a:schemeClr val="lt2"/>
              </a:buClr>
              <a:buSzPts val="1200"/>
              <a:buNone/>
              <a:defRPr>
                <a:solidFill>
                  <a:schemeClr val="lt2"/>
                </a:solidFill>
              </a:defRPr>
            </a:lvl9pPr>
          </a:lstStyle>
          <a:p/>
        </p:txBody>
      </p:sp>
      <p:sp>
        <p:nvSpPr>
          <p:cNvPr id="328" name="Google Shape;328;p38"/>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 Alt 2">
  <p:cSld name="CUSTOM_12">
    <p:spTree>
      <p:nvGrpSpPr>
        <p:cNvPr id="329" name="Shape 329"/>
        <p:cNvGrpSpPr/>
        <p:nvPr/>
      </p:nvGrpSpPr>
      <p:grpSpPr>
        <a:xfrm>
          <a:off x="0" y="0"/>
          <a:ext cx="0" cy="0"/>
          <a:chOff x="0" y="0"/>
          <a:chExt cx="0" cy="0"/>
        </a:xfrm>
      </p:grpSpPr>
      <p:sp>
        <p:nvSpPr>
          <p:cNvPr id="330" name="Google Shape;330;p39"/>
          <p:cNvSpPr txBox="1"/>
          <p:nvPr>
            <p:ph type="title"/>
          </p:nvPr>
        </p:nvSpPr>
        <p:spPr>
          <a:xfrm>
            <a:off x="3901500" y="1277850"/>
            <a:ext cx="1157700" cy="1010400"/>
          </a:xfrm>
          <a:prstGeom prst="rect">
            <a:avLst/>
          </a:prstGeom>
        </p:spPr>
        <p:txBody>
          <a:bodyPr anchorCtr="0" anchor="t" bIns="0" lIns="164575" spcFirstLastPara="1" rIns="91425" wrap="square" tIns="164575">
            <a:spAutoFit/>
          </a:bodyPr>
          <a:lstStyle>
            <a:lvl1pPr lvl="0">
              <a:lnSpc>
                <a:spcPct val="100000"/>
              </a:lnSpc>
              <a:spcBef>
                <a:spcPts val="0"/>
              </a:spcBef>
              <a:spcAft>
                <a:spcPts val="0"/>
              </a:spcAft>
              <a:buNone/>
              <a:defRPr sz="10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331" name="Google Shape;331;p39"/>
          <p:cNvSpPr/>
          <p:nvPr>
            <p:ph idx="2" type="pic"/>
          </p:nvPr>
        </p:nvSpPr>
        <p:spPr>
          <a:xfrm>
            <a:off x="1731450" y="1277775"/>
            <a:ext cx="2062500" cy="3352200"/>
          </a:xfrm>
          <a:prstGeom prst="roundRect">
            <a:avLst>
              <a:gd fmla="val 10994" name="adj"/>
            </a:avLst>
          </a:prstGeom>
          <a:noFill/>
          <a:ln>
            <a:noFill/>
          </a:ln>
        </p:spPr>
      </p:sp>
      <p:sp>
        <p:nvSpPr>
          <p:cNvPr id="332" name="Google Shape;332;p39"/>
          <p:cNvSpPr txBox="1"/>
          <p:nvPr>
            <p:ph idx="3"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33" name="Google Shape;333;p39"/>
          <p:cNvSpPr txBox="1"/>
          <p:nvPr>
            <p:ph idx="1" type="subTitle"/>
          </p:nvPr>
        </p:nvSpPr>
        <p:spPr>
          <a:xfrm>
            <a:off x="1729925" y="1430175"/>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34" name="Google Shape;334;p39"/>
          <p:cNvSpPr txBox="1"/>
          <p:nvPr>
            <p:ph idx="4" type="title"/>
          </p:nvPr>
        </p:nvSpPr>
        <p:spPr>
          <a:xfrm>
            <a:off x="6071550" y="2401575"/>
            <a:ext cx="27879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335" name="Google Shape;335;p39"/>
          <p:cNvSpPr txBox="1"/>
          <p:nvPr>
            <p:ph idx="5"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336" name="Google Shape;336;p39"/>
          <p:cNvSpPr txBox="1"/>
          <p:nvPr>
            <p:ph idx="6"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337" name="Google Shape;337;p39"/>
          <p:cNvSpPr txBox="1"/>
          <p:nvPr>
            <p:ph idx="7" type="subTitle"/>
          </p:nvPr>
        </p:nvSpPr>
        <p:spPr>
          <a:xfrm>
            <a:off x="4071675" y="3061794"/>
            <a:ext cx="1728300" cy="173100"/>
          </a:xfrm>
          <a:prstGeom prst="rect">
            <a:avLst/>
          </a:prstGeom>
        </p:spPr>
        <p:txBody>
          <a:bodyPr anchorCtr="0" anchor="t" bIns="0" lIns="0" spcFirstLastPara="1" rIns="0" wrap="square" tIns="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38" name="Google Shape;338;p39"/>
          <p:cNvSpPr txBox="1"/>
          <p:nvPr>
            <p:ph idx="8" type="subTitle"/>
          </p:nvPr>
        </p:nvSpPr>
        <p:spPr>
          <a:xfrm>
            <a:off x="4071675" y="2542375"/>
            <a:ext cx="1728300" cy="519300"/>
          </a:xfrm>
          <a:prstGeom prst="rect">
            <a:avLst/>
          </a:prstGeom>
        </p:spPr>
        <p:txBody>
          <a:bodyPr anchorCtr="0" anchor="t" bIns="0" lIns="0" spcFirstLastPara="1" rIns="0" wrap="square" tIns="0">
            <a:noAutofit/>
          </a:bodyPr>
          <a:lstStyle>
            <a:lvl1pPr lvl="0">
              <a:spcBef>
                <a:spcPts val="0"/>
              </a:spcBef>
              <a:spcAft>
                <a:spcPts val="0"/>
              </a:spcAft>
              <a:buNone/>
              <a:defRPr sz="3600">
                <a:latin typeface="Outfit"/>
                <a:ea typeface="Outfit"/>
                <a:cs typeface="Outfit"/>
                <a:sym typeface="Outfit"/>
              </a:defRPr>
            </a:lvl1pPr>
            <a:lvl2pPr lvl="1">
              <a:spcBef>
                <a:spcPts val="0"/>
              </a:spcBef>
              <a:spcAft>
                <a:spcPts val="0"/>
              </a:spcAft>
              <a:buSzPts val="3600"/>
              <a:buFont typeface="Outfit"/>
              <a:buNone/>
              <a:defRPr sz="3600">
                <a:latin typeface="Outfit"/>
                <a:ea typeface="Outfit"/>
                <a:cs typeface="Outfit"/>
                <a:sym typeface="Outfit"/>
              </a:defRPr>
            </a:lvl2pPr>
            <a:lvl3pPr lvl="2">
              <a:spcBef>
                <a:spcPts val="0"/>
              </a:spcBef>
              <a:spcAft>
                <a:spcPts val="0"/>
              </a:spcAft>
              <a:buSzPts val="3600"/>
              <a:buFont typeface="Outfit"/>
              <a:buNone/>
              <a:defRPr sz="3600">
                <a:latin typeface="Outfit"/>
                <a:ea typeface="Outfit"/>
                <a:cs typeface="Outfit"/>
                <a:sym typeface="Outfit"/>
              </a:defRPr>
            </a:lvl3pPr>
            <a:lvl4pPr lvl="3">
              <a:spcBef>
                <a:spcPts val="0"/>
              </a:spcBef>
              <a:spcAft>
                <a:spcPts val="0"/>
              </a:spcAft>
              <a:buSzPts val="3600"/>
              <a:buFont typeface="Outfit"/>
              <a:buNone/>
              <a:defRPr sz="3600">
                <a:latin typeface="Outfit"/>
                <a:ea typeface="Outfit"/>
                <a:cs typeface="Outfit"/>
                <a:sym typeface="Outfit"/>
              </a:defRPr>
            </a:lvl4pPr>
            <a:lvl5pPr lvl="4">
              <a:spcBef>
                <a:spcPts val="0"/>
              </a:spcBef>
              <a:spcAft>
                <a:spcPts val="0"/>
              </a:spcAft>
              <a:buSzPts val="3600"/>
              <a:buFont typeface="Outfit"/>
              <a:buNone/>
              <a:defRPr sz="3600">
                <a:latin typeface="Outfit"/>
                <a:ea typeface="Outfit"/>
                <a:cs typeface="Outfit"/>
                <a:sym typeface="Outfit"/>
              </a:defRPr>
            </a:lvl5pPr>
            <a:lvl6pPr lvl="5">
              <a:spcBef>
                <a:spcPts val="0"/>
              </a:spcBef>
              <a:spcAft>
                <a:spcPts val="0"/>
              </a:spcAft>
              <a:buSzPts val="3600"/>
              <a:buFont typeface="Outfit"/>
              <a:buNone/>
              <a:defRPr sz="3600">
                <a:latin typeface="Outfit"/>
                <a:ea typeface="Outfit"/>
                <a:cs typeface="Outfit"/>
                <a:sym typeface="Outfit"/>
              </a:defRPr>
            </a:lvl6pPr>
            <a:lvl7pPr lvl="6">
              <a:spcBef>
                <a:spcPts val="0"/>
              </a:spcBef>
              <a:spcAft>
                <a:spcPts val="0"/>
              </a:spcAft>
              <a:buSzPts val="3600"/>
              <a:buFont typeface="Outfit"/>
              <a:buNone/>
              <a:defRPr sz="3600">
                <a:latin typeface="Outfit"/>
                <a:ea typeface="Outfit"/>
                <a:cs typeface="Outfit"/>
                <a:sym typeface="Outfit"/>
              </a:defRPr>
            </a:lvl7pPr>
            <a:lvl8pPr lvl="7">
              <a:spcBef>
                <a:spcPts val="0"/>
              </a:spcBef>
              <a:spcAft>
                <a:spcPts val="0"/>
              </a:spcAft>
              <a:buSzPts val="3600"/>
              <a:buFont typeface="Outfit"/>
              <a:buNone/>
              <a:defRPr sz="3600">
                <a:latin typeface="Outfit"/>
                <a:ea typeface="Outfit"/>
                <a:cs typeface="Outfit"/>
                <a:sym typeface="Outfit"/>
              </a:defRPr>
            </a:lvl8pPr>
            <a:lvl9pPr lvl="8">
              <a:spcBef>
                <a:spcPts val="0"/>
              </a:spcBef>
              <a:spcAft>
                <a:spcPts val="0"/>
              </a:spcAft>
              <a:buSzPts val="3600"/>
              <a:buFont typeface="Outfit"/>
              <a:buNone/>
              <a:defRPr sz="3600">
                <a:latin typeface="Outfit"/>
                <a:ea typeface="Outfit"/>
                <a:cs typeface="Outfit"/>
                <a:sym typeface="Outfit"/>
              </a:defRPr>
            </a:lvl9pPr>
          </a:lstStyle>
          <a:p/>
        </p:txBody>
      </p:sp>
      <p:sp>
        <p:nvSpPr>
          <p:cNvPr id="339" name="Google Shape;339;p39"/>
          <p:cNvSpPr txBox="1"/>
          <p:nvPr>
            <p:ph idx="9" type="subTitle"/>
          </p:nvPr>
        </p:nvSpPr>
        <p:spPr>
          <a:xfrm>
            <a:off x="4071675" y="4178694"/>
            <a:ext cx="1728300" cy="173100"/>
          </a:xfrm>
          <a:prstGeom prst="rect">
            <a:avLst/>
          </a:prstGeom>
        </p:spPr>
        <p:txBody>
          <a:bodyPr anchorCtr="0" anchor="t" bIns="0" lIns="0" spcFirstLastPara="1" rIns="0" wrap="square" tIns="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40" name="Google Shape;340;p39"/>
          <p:cNvSpPr txBox="1"/>
          <p:nvPr>
            <p:ph idx="13" type="subTitle"/>
          </p:nvPr>
        </p:nvSpPr>
        <p:spPr>
          <a:xfrm>
            <a:off x="4071675" y="3659275"/>
            <a:ext cx="1728300" cy="519300"/>
          </a:xfrm>
          <a:prstGeom prst="rect">
            <a:avLst/>
          </a:prstGeom>
        </p:spPr>
        <p:txBody>
          <a:bodyPr anchorCtr="0" anchor="t" bIns="0" lIns="0" spcFirstLastPara="1" rIns="0" wrap="square" tIns="0">
            <a:noAutofit/>
          </a:bodyPr>
          <a:lstStyle>
            <a:lvl1pPr lvl="0">
              <a:spcBef>
                <a:spcPts val="0"/>
              </a:spcBef>
              <a:spcAft>
                <a:spcPts val="0"/>
              </a:spcAft>
              <a:buNone/>
              <a:defRPr sz="3600">
                <a:latin typeface="Outfit"/>
                <a:ea typeface="Outfit"/>
                <a:cs typeface="Outfit"/>
                <a:sym typeface="Outfit"/>
              </a:defRPr>
            </a:lvl1pPr>
            <a:lvl2pPr lvl="1">
              <a:spcBef>
                <a:spcPts val="0"/>
              </a:spcBef>
              <a:spcAft>
                <a:spcPts val="0"/>
              </a:spcAft>
              <a:buSzPts val="3600"/>
              <a:buFont typeface="Outfit"/>
              <a:buNone/>
              <a:defRPr sz="3600">
                <a:latin typeface="Outfit"/>
                <a:ea typeface="Outfit"/>
                <a:cs typeface="Outfit"/>
                <a:sym typeface="Outfit"/>
              </a:defRPr>
            </a:lvl2pPr>
            <a:lvl3pPr lvl="2">
              <a:spcBef>
                <a:spcPts val="0"/>
              </a:spcBef>
              <a:spcAft>
                <a:spcPts val="0"/>
              </a:spcAft>
              <a:buSzPts val="3600"/>
              <a:buFont typeface="Outfit"/>
              <a:buNone/>
              <a:defRPr sz="3600">
                <a:latin typeface="Outfit"/>
                <a:ea typeface="Outfit"/>
                <a:cs typeface="Outfit"/>
                <a:sym typeface="Outfit"/>
              </a:defRPr>
            </a:lvl3pPr>
            <a:lvl4pPr lvl="3">
              <a:spcBef>
                <a:spcPts val="0"/>
              </a:spcBef>
              <a:spcAft>
                <a:spcPts val="0"/>
              </a:spcAft>
              <a:buSzPts val="3600"/>
              <a:buFont typeface="Outfit"/>
              <a:buNone/>
              <a:defRPr sz="3600">
                <a:latin typeface="Outfit"/>
                <a:ea typeface="Outfit"/>
                <a:cs typeface="Outfit"/>
                <a:sym typeface="Outfit"/>
              </a:defRPr>
            </a:lvl4pPr>
            <a:lvl5pPr lvl="4">
              <a:spcBef>
                <a:spcPts val="0"/>
              </a:spcBef>
              <a:spcAft>
                <a:spcPts val="0"/>
              </a:spcAft>
              <a:buSzPts val="3600"/>
              <a:buFont typeface="Outfit"/>
              <a:buNone/>
              <a:defRPr sz="3600">
                <a:latin typeface="Outfit"/>
                <a:ea typeface="Outfit"/>
                <a:cs typeface="Outfit"/>
                <a:sym typeface="Outfit"/>
              </a:defRPr>
            </a:lvl5pPr>
            <a:lvl6pPr lvl="5">
              <a:spcBef>
                <a:spcPts val="0"/>
              </a:spcBef>
              <a:spcAft>
                <a:spcPts val="0"/>
              </a:spcAft>
              <a:buSzPts val="3600"/>
              <a:buFont typeface="Outfit"/>
              <a:buNone/>
              <a:defRPr sz="3600">
                <a:latin typeface="Outfit"/>
                <a:ea typeface="Outfit"/>
                <a:cs typeface="Outfit"/>
                <a:sym typeface="Outfit"/>
              </a:defRPr>
            </a:lvl6pPr>
            <a:lvl7pPr lvl="6">
              <a:spcBef>
                <a:spcPts val="0"/>
              </a:spcBef>
              <a:spcAft>
                <a:spcPts val="0"/>
              </a:spcAft>
              <a:buSzPts val="3600"/>
              <a:buFont typeface="Outfit"/>
              <a:buNone/>
              <a:defRPr sz="3600">
                <a:latin typeface="Outfit"/>
                <a:ea typeface="Outfit"/>
                <a:cs typeface="Outfit"/>
                <a:sym typeface="Outfit"/>
              </a:defRPr>
            </a:lvl7pPr>
            <a:lvl8pPr lvl="7">
              <a:spcBef>
                <a:spcPts val="0"/>
              </a:spcBef>
              <a:spcAft>
                <a:spcPts val="0"/>
              </a:spcAft>
              <a:buSzPts val="3600"/>
              <a:buFont typeface="Outfit"/>
              <a:buNone/>
              <a:defRPr sz="3600">
                <a:latin typeface="Outfit"/>
                <a:ea typeface="Outfit"/>
                <a:cs typeface="Outfit"/>
                <a:sym typeface="Outfit"/>
              </a:defRPr>
            </a:lvl8pPr>
            <a:lvl9pPr lvl="8">
              <a:spcBef>
                <a:spcPts val="0"/>
              </a:spcBef>
              <a:spcAft>
                <a:spcPts val="0"/>
              </a:spcAft>
              <a:buSzPts val="3600"/>
              <a:buFont typeface="Outfit"/>
              <a:buNone/>
              <a:defRPr sz="3600">
                <a:latin typeface="Outfit"/>
                <a:ea typeface="Outfit"/>
                <a:cs typeface="Outfit"/>
                <a:sym typeface="Outfi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able">
  <p:cSld name="CUSTOM_11">
    <p:spTree>
      <p:nvGrpSpPr>
        <p:cNvPr id="341" name="Shape 341"/>
        <p:cNvGrpSpPr/>
        <p:nvPr/>
      </p:nvGrpSpPr>
      <p:grpSpPr>
        <a:xfrm>
          <a:off x="0" y="0"/>
          <a:ext cx="0" cy="0"/>
          <a:chOff x="0" y="0"/>
          <a:chExt cx="0" cy="0"/>
        </a:xfrm>
      </p:grpSpPr>
      <p:sp>
        <p:nvSpPr>
          <p:cNvPr id="342" name="Google Shape;342;p40"/>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43" name="Google Shape;343;p40"/>
          <p:cNvSpPr txBox="1"/>
          <p:nvPr>
            <p:ph idx="1" type="subTitle"/>
          </p:nvPr>
        </p:nvSpPr>
        <p:spPr>
          <a:xfrm>
            <a:off x="24551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44" name="Google Shape;344;p40"/>
          <p:cNvSpPr txBox="1"/>
          <p:nvPr>
            <p:ph idx="2" type="subTitle"/>
          </p:nvPr>
        </p:nvSpPr>
        <p:spPr>
          <a:xfrm>
            <a:off x="46249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45" name="Google Shape;345;p40"/>
          <p:cNvSpPr txBox="1"/>
          <p:nvPr>
            <p:ph idx="3" type="subTitle"/>
          </p:nvPr>
        </p:nvSpPr>
        <p:spPr>
          <a:xfrm>
            <a:off x="67947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46" name="Google Shape;346;p40"/>
          <p:cNvSpPr txBox="1"/>
          <p:nvPr>
            <p:ph idx="4" type="subTitle"/>
          </p:nvPr>
        </p:nvSpPr>
        <p:spPr>
          <a:xfrm>
            <a:off x="391275" y="1661000"/>
            <a:ext cx="19575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47" name="Google Shape;347;p40"/>
          <p:cNvSpPr txBox="1"/>
          <p:nvPr>
            <p:ph idx="5" type="subTitle"/>
          </p:nvPr>
        </p:nvSpPr>
        <p:spPr>
          <a:xfrm>
            <a:off x="391275" y="2111375"/>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348" name="Google Shape;348;p40"/>
          <p:cNvSpPr txBox="1"/>
          <p:nvPr>
            <p:ph idx="6" type="subTitle"/>
          </p:nvPr>
        </p:nvSpPr>
        <p:spPr>
          <a:xfrm>
            <a:off x="391275" y="3160850"/>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349" name="Google Shape;349;p40"/>
          <p:cNvSpPr txBox="1"/>
          <p:nvPr>
            <p:ph idx="7" type="subTitle"/>
          </p:nvPr>
        </p:nvSpPr>
        <p:spPr>
          <a:xfrm>
            <a:off x="391275" y="4049675"/>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350" name="Google Shape;350;p40"/>
          <p:cNvSpPr txBox="1"/>
          <p:nvPr>
            <p:ph idx="8" type="subTitle"/>
          </p:nvPr>
        </p:nvSpPr>
        <p:spPr>
          <a:xfrm>
            <a:off x="2455100"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51" name="Google Shape;351;p40"/>
          <p:cNvSpPr txBox="1"/>
          <p:nvPr>
            <p:ph idx="9" type="subTitle"/>
          </p:nvPr>
        </p:nvSpPr>
        <p:spPr>
          <a:xfrm>
            <a:off x="2455100"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52" name="Google Shape;352;p40"/>
          <p:cNvSpPr txBox="1"/>
          <p:nvPr>
            <p:ph idx="13" type="subTitle"/>
          </p:nvPr>
        </p:nvSpPr>
        <p:spPr>
          <a:xfrm>
            <a:off x="2455100"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53" name="Google Shape;353;p40"/>
          <p:cNvSpPr txBox="1"/>
          <p:nvPr>
            <p:ph idx="14" type="subTitle"/>
          </p:nvPr>
        </p:nvSpPr>
        <p:spPr>
          <a:xfrm>
            <a:off x="4625425"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54" name="Google Shape;354;p40"/>
          <p:cNvSpPr txBox="1"/>
          <p:nvPr>
            <p:ph idx="15" type="subTitle"/>
          </p:nvPr>
        </p:nvSpPr>
        <p:spPr>
          <a:xfrm>
            <a:off x="4625425"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55" name="Google Shape;355;p40"/>
          <p:cNvSpPr txBox="1"/>
          <p:nvPr>
            <p:ph idx="16" type="subTitle"/>
          </p:nvPr>
        </p:nvSpPr>
        <p:spPr>
          <a:xfrm>
            <a:off x="4625425"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56" name="Google Shape;356;p40"/>
          <p:cNvSpPr txBox="1"/>
          <p:nvPr>
            <p:ph idx="17" type="subTitle"/>
          </p:nvPr>
        </p:nvSpPr>
        <p:spPr>
          <a:xfrm>
            <a:off x="6795750"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57" name="Google Shape;357;p40"/>
          <p:cNvSpPr txBox="1"/>
          <p:nvPr>
            <p:ph idx="18" type="subTitle"/>
          </p:nvPr>
        </p:nvSpPr>
        <p:spPr>
          <a:xfrm>
            <a:off x="6795750"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58" name="Google Shape;358;p40"/>
          <p:cNvSpPr txBox="1"/>
          <p:nvPr>
            <p:ph idx="19" type="subTitle"/>
          </p:nvPr>
        </p:nvSpPr>
        <p:spPr>
          <a:xfrm>
            <a:off x="6795750"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59" name="Shape 359"/>
        <p:cNvGrpSpPr/>
        <p:nvPr/>
      </p:nvGrpSpPr>
      <p:grpSpPr>
        <a:xfrm>
          <a:off x="0" y="0"/>
          <a:ext cx="0" cy="0"/>
          <a:chOff x="0" y="0"/>
          <a:chExt cx="0" cy="0"/>
        </a:xfrm>
      </p:grpSpPr>
      <p:sp>
        <p:nvSpPr>
          <p:cNvPr id="360" name="Google Shape;360;p41"/>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61" name="Google Shape;361;p41"/>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2" name="Shape 362"/>
        <p:cNvGrpSpPr/>
        <p:nvPr/>
      </p:nvGrpSpPr>
      <p:grpSpPr>
        <a:xfrm>
          <a:off x="0" y="0"/>
          <a:ext cx="0" cy="0"/>
          <a:chOff x="0" y="0"/>
          <a:chExt cx="0" cy="0"/>
        </a:xfrm>
      </p:grpSpPr>
      <p:sp>
        <p:nvSpPr>
          <p:cNvPr id="363" name="Google Shape;363;p42"/>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4" name="Shape 364"/>
        <p:cNvGrpSpPr/>
        <p:nvPr/>
      </p:nvGrpSpPr>
      <p:grpSpPr>
        <a:xfrm>
          <a:off x="0" y="0"/>
          <a:ext cx="0" cy="0"/>
          <a:chOff x="0" y="0"/>
          <a:chExt cx="0" cy="0"/>
        </a:xfrm>
      </p:grpSpPr>
      <p:sp>
        <p:nvSpPr>
          <p:cNvPr id="365" name="Google Shape;365;p43"/>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66" name="Google Shape;366;p43"/>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67" name="Shape 367"/>
        <p:cNvGrpSpPr/>
        <p:nvPr/>
      </p:nvGrpSpPr>
      <p:grpSpPr>
        <a:xfrm>
          <a:off x="0" y="0"/>
          <a:ext cx="0" cy="0"/>
          <a:chOff x="0" y="0"/>
          <a:chExt cx="0" cy="0"/>
        </a:xfrm>
      </p:grpSpPr>
      <p:sp>
        <p:nvSpPr>
          <p:cNvPr id="368" name="Google Shape;368;p44"/>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69" name="Google Shape;369;p44"/>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0" name="Google Shape;370;p44"/>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1" name="Shape 371"/>
        <p:cNvGrpSpPr/>
        <p:nvPr/>
      </p:nvGrpSpPr>
      <p:grpSpPr>
        <a:xfrm>
          <a:off x="0" y="0"/>
          <a:ext cx="0" cy="0"/>
          <a:chOff x="0" y="0"/>
          <a:chExt cx="0" cy="0"/>
        </a:xfrm>
      </p:grpSpPr>
      <p:sp>
        <p:nvSpPr>
          <p:cNvPr id="372" name="Google Shape;372;p45"/>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3" name="Shape 373"/>
        <p:cNvGrpSpPr/>
        <p:nvPr/>
      </p:nvGrpSpPr>
      <p:grpSpPr>
        <a:xfrm>
          <a:off x="0" y="0"/>
          <a:ext cx="0" cy="0"/>
          <a:chOff x="0" y="0"/>
          <a:chExt cx="0" cy="0"/>
        </a:xfrm>
      </p:grpSpPr>
      <p:sp>
        <p:nvSpPr>
          <p:cNvPr id="374" name="Google Shape;374;p46"/>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5" name="Google Shape;375;p46"/>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76" name="Shape 376"/>
        <p:cNvGrpSpPr/>
        <p:nvPr/>
      </p:nvGrpSpPr>
      <p:grpSpPr>
        <a:xfrm>
          <a:off x="0" y="0"/>
          <a:ext cx="0" cy="0"/>
          <a:chOff x="0" y="0"/>
          <a:chExt cx="0" cy="0"/>
        </a:xfrm>
      </p:grpSpPr>
      <p:sp>
        <p:nvSpPr>
          <p:cNvPr id="377" name="Google Shape;377;p47"/>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78" name="Shape 378"/>
        <p:cNvGrpSpPr/>
        <p:nvPr/>
      </p:nvGrpSpPr>
      <p:grpSpPr>
        <a:xfrm>
          <a:off x="0" y="0"/>
          <a:ext cx="0" cy="0"/>
          <a:chOff x="0" y="0"/>
          <a:chExt cx="0" cy="0"/>
        </a:xfrm>
      </p:grpSpPr>
      <p:sp>
        <p:nvSpPr>
          <p:cNvPr id="379" name="Google Shape;379;p48"/>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0" name="Google Shape;380;p48"/>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1" name="Google Shape;381;p48"/>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2" name="Shape 382"/>
        <p:cNvGrpSpPr/>
        <p:nvPr/>
      </p:nvGrpSpPr>
      <p:grpSpPr>
        <a:xfrm>
          <a:off x="0" y="0"/>
          <a:ext cx="0" cy="0"/>
          <a:chOff x="0" y="0"/>
          <a:chExt cx="0" cy="0"/>
        </a:xfrm>
      </p:grpSpPr>
      <p:sp>
        <p:nvSpPr>
          <p:cNvPr id="383" name="Google Shape;383;p49"/>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4" name="Shape 384"/>
        <p:cNvGrpSpPr/>
        <p:nvPr/>
      </p:nvGrpSpPr>
      <p:grpSpPr>
        <a:xfrm>
          <a:off x="0" y="0"/>
          <a:ext cx="0" cy="0"/>
          <a:chOff x="0" y="0"/>
          <a:chExt cx="0" cy="0"/>
        </a:xfrm>
      </p:grpSpPr>
      <p:sp>
        <p:nvSpPr>
          <p:cNvPr id="385" name="Google Shape;385;p50"/>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86" name="Google Shape;386;p50"/>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87" name="Shape 387"/>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88" name="Shape 388"/>
        <p:cNvGrpSpPr/>
        <p:nvPr/>
      </p:nvGrpSpPr>
      <p:grpSpPr>
        <a:xfrm>
          <a:off x="0" y="0"/>
          <a:ext cx="0" cy="0"/>
          <a:chOff x="0" y="0"/>
          <a:chExt cx="0" cy="0"/>
        </a:xfrm>
      </p:grpSpPr>
      <p:sp>
        <p:nvSpPr>
          <p:cNvPr id="389" name="Google Shape;389;p52"/>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90" name="Google Shape;390;p52"/>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1" name="Google Shape;391;p52"/>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2" name="Google Shape;392;p52"/>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3" name="Google Shape;393;p52"/>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4" name="Google Shape;394;p52"/>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52"/>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96" name="Shape 396"/>
        <p:cNvGrpSpPr/>
        <p:nvPr/>
      </p:nvGrpSpPr>
      <p:grpSpPr>
        <a:xfrm>
          <a:off x="0" y="0"/>
          <a:ext cx="0" cy="0"/>
          <a:chOff x="0" y="0"/>
          <a:chExt cx="0" cy="0"/>
        </a:xfrm>
      </p:grpSpPr>
      <p:sp>
        <p:nvSpPr>
          <p:cNvPr id="397" name="Google Shape;397;p53"/>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98" name="Google Shape;398;p53"/>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9" name="Google Shape;399;p53"/>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0" name="Shape 400"/>
        <p:cNvGrpSpPr/>
        <p:nvPr/>
      </p:nvGrpSpPr>
      <p:grpSpPr>
        <a:xfrm>
          <a:off x="0" y="0"/>
          <a:ext cx="0" cy="0"/>
          <a:chOff x="0" y="0"/>
          <a:chExt cx="0" cy="0"/>
        </a:xfrm>
      </p:grpSpPr>
      <p:sp>
        <p:nvSpPr>
          <p:cNvPr id="401" name="Google Shape;401;p54"/>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2" name="Google Shape;402;p54"/>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3" name="Google Shape;403;p54"/>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54"/>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5" name="Google Shape;405;p54"/>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06" name="Shape 406"/>
        <p:cNvGrpSpPr/>
        <p:nvPr/>
      </p:nvGrpSpPr>
      <p:grpSpPr>
        <a:xfrm>
          <a:off x="0" y="0"/>
          <a:ext cx="0" cy="0"/>
          <a:chOff x="0" y="0"/>
          <a:chExt cx="0" cy="0"/>
        </a:xfrm>
      </p:grpSpPr>
      <p:sp>
        <p:nvSpPr>
          <p:cNvPr id="407" name="Google Shape;407;p55"/>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8" name="Google Shape;408;p55"/>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9" name="Google Shape;409;p55"/>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0" name="Google Shape;410;p55"/>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55"/>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55"/>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55"/>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4" name="Shape 414"/>
        <p:cNvGrpSpPr/>
        <p:nvPr/>
      </p:nvGrpSpPr>
      <p:grpSpPr>
        <a:xfrm>
          <a:off x="0" y="0"/>
          <a:ext cx="0" cy="0"/>
          <a:chOff x="0" y="0"/>
          <a:chExt cx="0" cy="0"/>
        </a:xfrm>
      </p:grpSpPr>
      <p:sp>
        <p:nvSpPr>
          <p:cNvPr id="415" name="Google Shape;415;p56"/>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56"/>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56"/>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8" name="Google Shape;418;p56"/>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9" name="Google Shape;419;p56"/>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0" name="Google Shape;420;p56"/>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1" name="Google Shape;421;p56"/>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2" name="Google Shape;422;p56"/>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3" name="Google Shape;423;p56"/>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4" name="Shape 424"/>
        <p:cNvGrpSpPr/>
        <p:nvPr/>
      </p:nvGrpSpPr>
      <p:grpSpPr>
        <a:xfrm>
          <a:off x="0" y="0"/>
          <a:ext cx="0" cy="0"/>
          <a:chOff x="0" y="0"/>
          <a:chExt cx="0" cy="0"/>
        </a:xfrm>
      </p:grpSpPr>
      <p:sp>
        <p:nvSpPr>
          <p:cNvPr id="425" name="Google Shape;425;p57"/>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426" name="Google Shape;426;p57"/>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27" name="Shape 427"/>
        <p:cNvGrpSpPr/>
        <p:nvPr/>
      </p:nvGrpSpPr>
      <p:grpSpPr>
        <a:xfrm>
          <a:off x="0" y="0"/>
          <a:ext cx="0" cy="0"/>
          <a:chOff x="0" y="0"/>
          <a:chExt cx="0" cy="0"/>
        </a:xfrm>
      </p:grpSpPr>
      <p:sp>
        <p:nvSpPr>
          <p:cNvPr id="428" name="Google Shape;428;p58"/>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9" name="Google Shape;429;p58"/>
          <p:cNvSpPr/>
          <p:nvPr>
            <p:ph idx="2" type="pic"/>
          </p:nvPr>
        </p:nvSpPr>
        <p:spPr>
          <a:xfrm>
            <a:off x="4804825" y="1133300"/>
            <a:ext cx="4027500" cy="2392800"/>
          </a:xfrm>
          <a:prstGeom prst="rect">
            <a:avLst/>
          </a:prstGeom>
          <a:noFill/>
          <a:ln>
            <a:noFill/>
          </a:ln>
        </p:spPr>
      </p:sp>
      <p:sp>
        <p:nvSpPr>
          <p:cNvPr id="430" name="Google Shape;430;p58"/>
          <p:cNvSpPr/>
          <p:nvPr>
            <p:ph idx="3" type="pic"/>
          </p:nvPr>
        </p:nvSpPr>
        <p:spPr>
          <a:xfrm>
            <a:off x="311725" y="1133300"/>
            <a:ext cx="4027500" cy="2392800"/>
          </a:xfrm>
          <a:prstGeom prst="rect">
            <a:avLst/>
          </a:prstGeom>
          <a:noFill/>
          <a:ln>
            <a:noFill/>
          </a:ln>
        </p:spPr>
      </p:sp>
      <p:sp>
        <p:nvSpPr>
          <p:cNvPr id="431" name="Google Shape;431;p58"/>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2" name="Google Shape;432;p5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433" name="Google Shape;433;p58"/>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4" name="Google Shape;434;p58"/>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35" name="Shape 435"/>
        <p:cNvGrpSpPr/>
        <p:nvPr/>
      </p:nvGrpSpPr>
      <p:grpSpPr>
        <a:xfrm>
          <a:off x="0" y="0"/>
          <a:ext cx="0" cy="0"/>
          <a:chOff x="0" y="0"/>
          <a:chExt cx="0" cy="0"/>
        </a:xfrm>
      </p:grpSpPr>
      <p:sp>
        <p:nvSpPr>
          <p:cNvPr id="436" name="Google Shape;436;p59"/>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9"/>
          <p:cNvSpPr/>
          <p:nvPr>
            <p:ph idx="2" type="pic"/>
          </p:nvPr>
        </p:nvSpPr>
        <p:spPr>
          <a:xfrm>
            <a:off x="6205225" y="1128325"/>
            <a:ext cx="2627100" cy="2273100"/>
          </a:xfrm>
          <a:prstGeom prst="rect">
            <a:avLst/>
          </a:prstGeom>
          <a:noFill/>
          <a:ln>
            <a:noFill/>
          </a:ln>
        </p:spPr>
      </p:sp>
      <p:sp>
        <p:nvSpPr>
          <p:cNvPr id="438" name="Google Shape;438;p59"/>
          <p:cNvSpPr/>
          <p:nvPr>
            <p:ph idx="3" type="pic"/>
          </p:nvPr>
        </p:nvSpPr>
        <p:spPr>
          <a:xfrm>
            <a:off x="311725" y="1128325"/>
            <a:ext cx="2627100" cy="2273100"/>
          </a:xfrm>
          <a:prstGeom prst="rect">
            <a:avLst/>
          </a:prstGeom>
          <a:noFill/>
          <a:ln>
            <a:noFill/>
          </a:ln>
        </p:spPr>
      </p:sp>
      <p:sp>
        <p:nvSpPr>
          <p:cNvPr id="439" name="Google Shape;439;p59"/>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0" name="Google Shape;440;p59"/>
          <p:cNvSpPr/>
          <p:nvPr>
            <p:ph idx="5" type="pic"/>
          </p:nvPr>
        </p:nvSpPr>
        <p:spPr>
          <a:xfrm>
            <a:off x="3255250" y="1128325"/>
            <a:ext cx="2627100" cy="2273100"/>
          </a:xfrm>
          <a:prstGeom prst="rect">
            <a:avLst/>
          </a:prstGeom>
          <a:noFill/>
          <a:ln>
            <a:noFill/>
          </a:ln>
        </p:spPr>
      </p:sp>
      <p:sp>
        <p:nvSpPr>
          <p:cNvPr id="441" name="Google Shape;441;p59"/>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2" name="Google Shape;442;p59"/>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443" name="Google Shape;443;p59"/>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4" name="Google Shape;444;p59"/>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5" name="Google Shape;445;p59"/>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46" name="Shape 446"/>
        <p:cNvGrpSpPr/>
        <p:nvPr/>
      </p:nvGrpSpPr>
      <p:grpSpPr>
        <a:xfrm>
          <a:off x="0" y="0"/>
          <a:ext cx="0" cy="0"/>
          <a:chOff x="0" y="0"/>
          <a:chExt cx="0" cy="0"/>
        </a:xfrm>
      </p:grpSpPr>
      <p:sp>
        <p:nvSpPr>
          <p:cNvPr id="447" name="Google Shape;447;p60"/>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48" name="Shape 448"/>
        <p:cNvGrpSpPr/>
        <p:nvPr/>
      </p:nvGrpSpPr>
      <p:grpSpPr>
        <a:xfrm>
          <a:off x="0" y="0"/>
          <a:ext cx="0" cy="0"/>
          <a:chOff x="0" y="0"/>
          <a:chExt cx="0" cy="0"/>
        </a:xfrm>
      </p:grpSpPr>
      <p:sp>
        <p:nvSpPr>
          <p:cNvPr id="449" name="Google Shape;449;p61"/>
          <p:cNvSpPr/>
          <p:nvPr>
            <p:ph idx="2" type="pic"/>
          </p:nvPr>
        </p:nvSpPr>
        <p:spPr>
          <a:xfrm>
            <a:off x="3389600" y="118913"/>
            <a:ext cx="1643700" cy="1535100"/>
          </a:xfrm>
          <a:prstGeom prst="rect">
            <a:avLst/>
          </a:prstGeom>
          <a:noFill/>
          <a:ln>
            <a:noFill/>
          </a:ln>
        </p:spPr>
      </p:sp>
      <p:sp>
        <p:nvSpPr>
          <p:cNvPr id="450" name="Google Shape;450;p61"/>
          <p:cNvSpPr/>
          <p:nvPr>
            <p:ph idx="3" type="pic"/>
          </p:nvPr>
        </p:nvSpPr>
        <p:spPr>
          <a:xfrm>
            <a:off x="5195935" y="118913"/>
            <a:ext cx="1643700" cy="1535100"/>
          </a:xfrm>
          <a:prstGeom prst="rect">
            <a:avLst/>
          </a:prstGeom>
          <a:noFill/>
          <a:ln>
            <a:noFill/>
          </a:ln>
        </p:spPr>
      </p:sp>
      <p:sp>
        <p:nvSpPr>
          <p:cNvPr id="451" name="Google Shape;451;p61"/>
          <p:cNvSpPr/>
          <p:nvPr>
            <p:ph idx="4" type="pic"/>
          </p:nvPr>
        </p:nvSpPr>
        <p:spPr>
          <a:xfrm>
            <a:off x="7002270" y="118913"/>
            <a:ext cx="1643700" cy="1535100"/>
          </a:xfrm>
          <a:prstGeom prst="rect">
            <a:avLst/>
          </a:prstGeom>
          <a:noFill/>
          <a:ln>
            <a:noFill/>
          </a:ln>
        </p:spPr>
      </p:sp>
      <p:sp>
        <p:nvSpPr>
          <p:cNvPr id="452" name="Google Shape;452;p61"/>
          <p:cNvSpPr/>
          <p:nvPr>
            <p:ph idx="5" type="pic"/>
          </p:nvPr>
        </p:nvSpPr>
        <p:spPr>
          <a:xfrm>
            <a:off x="3389588" y="1804212"/>
            <a:ext cx="1643700" cy="1535100"/>
          </a:xfrm>
          <a:prstGeom prst="rect">
            <a:avLst/>
          </a:prstGeom>
          <a:noFill/>
          <a:ln>
            <a:noFill/>
          </a:ln>
        </p:spPr>
      </p:sp>
      <p:sp>
        <p:nvSpPr>
          <p:cNvPr id="453" name="Google Shape;453;p61"/>
          <p:cNvSpPr/>
          <p:nvPr>
            <p:ph idx="6" type="pic"/>
          </p:nvPr>
        </p:nvSpPr>
        <p:spPr>
          <a:xfrm>
            <a:off x="5195922" y="1804212"/>
            <a:ext cx="1643700" cy="1535100"/>
          </a:xfrm>
          <a:prstGeom prst="rect">
            <a:avLst/>
          </a:prstGeom>
          <a:noFill/>
          <a:ln>
            <a:noFill/>
          </a:ln>
        </p:spPr>
      </p:sp>
      <p:sp>
        <p:nvSpPr>
          <p:cNvPr id="454" name="Google Shape;454;p61"/>
          <p:cNvSpPr/>
          <p:nvPr>
            <p:ph idx="7" type="pic"/>
          </p:nvPr>
        </p:nvSpPr>
        <p:spPr>
          <a:xfrm>
            <a:off x="7002257" y="1804212"/>
            <a:ext cx="1643700" cy="1535100"/>
          </a:xfrm>
          <a:prstGeom prst="rect">
            <a:avLst/>
          </a:prstGeom>
          <a:noFill/>
          <a:ln>
            <a:noFill/>
          </a:ln>
        </p:spPr>
      </p:sp>
      <p:sp>
        <p:nvSpPr>
          <p:cNvPr id="455" name="Google Shape;455;p61"/>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456" name="Google Shape;456;p61"/>
          <p:cNvSpPr/>
          <p:nvPr>
            <p:ph idx="8" type="pic"/>
          </p:nvPr>
        </p:nvSpPr>
        <p:spPr>
          <a:xfrm>
            <a:off x="3389588" y="3489487"/>
            <a:ext cx="1643700" cy="1535100"/>
          </a:xfrm>
          <a:prstGeom prst="rect">
            <a:avLst/>
          </a:prstGeom>
          <a:noFill/>
          <a:ln>
            <a:noFill/>
          </a:ln>
        </p:spPr>
      </p:sp>
      <p:sp>
        <p:nvSpPr>
          <p:cNvPr id="457" name="Google Shape;457;p61"/>
          <p:cNvSpPr/>
          <p:nvPr>
            <p:ph idx="9" type="pic"/>
          </p:nvPr>
        </p:nvSpPr>
        <p:spPr>
          <a:xfrm>
            <a:off x="5195922" y="3489487"/>
            <a:ext cx="1643700" cy="1535100"/>
          </a:xfrm>
          <a:prstGeom prst="rect">
            <a:avLst/>
          </a:prstGeom>
          <a:noFill/>
          <a:ln>
            <a:noFill/>
          </a:ln>
        </p:spPr>
      </p:sp>
      <p:sp>
        <p:nvSpPr>
          <p:cNvPr id="458" name="Google Shape;458;p61"/>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84775" y="282900"/>
            <a:ext cx="5681100" cy="22338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1pPr>
            <a:lvl2pPr lvl="1">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2pPr>
            <a:lvl3pPr lvl="2">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3pPr>
            <a:lvl4pPr lvl="3">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4pPr>
            <a:lvl5pPr lvl="4">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5pPr>
            <a:lvl6pPr lvl="5">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6pPr>
            <a:lvl7pPr lvl="6">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7pPr>
            <a:lvl8pPr lvl="7">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8pPr>
            <a:lvl9pPr lvl="8">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9pPr>
          </a:lstStyle>
          <a:p/>
        </p:txBody>
      </p:sp>
      <p:sp>
        <p:nvSpPr>
          <p:cNvPr id="52" name="Google Shape;52;p13"/>
          <p:cNvSpPr txBox="1"/>
          <p:nvPr>
            <p:ph idx="1" type="body"/>
          </p:nvPr>
        </p:nvSpPr>
        <p:spPr>
          <a:xfrm>
            <a:off x="284775" y="2629050"/>
            <a:ext cx="3493500" cy="19893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1pPr>
            <a:lvl2pPr indent="-304800" lvl="1" marL="9144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2pPr>
            <a:lvl3pPr indent="-304800" lvl="2" marL="13716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3pPr>
            <a:lvl4pPr indent="-304800" lvl="3" marL="1828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4pPr>
            <a:lvl5pPr indent="-304800" lvl="4" marL="22860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5pPr>
            <a:lvl6pPr indent="-304800" lvl="5" marL="27432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6pPr>
            <a:lvl7pPr indent="-304800" lvl="6" marL="32004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7pPr>
            <a:lvl8pPr indent="-304800" lvl="7" marL="36576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8pPr>
            <a:lvl9pPr indent="-304800" lvl="8" marL="411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81">
          <p15:clr>
            <a:srgbClr val="E46962"/>
          </p15:clr>
        </p15:guide>
        <p15:guide id="2" pos="179">
          <p15:clr>
            <a:srgbClr val="E46962"/>
          </p15:clr>
        </p15:guide>
        <p15:guide id="3" orient="horz" pos="178">
          <p15:clr>
            <a:srgbClr val="E46962"/>
          </p15:clr>
        </p15:guide>
        <p15:guide id="4" orient="horz" pos="3060">
          <p15:clr>
            <a:srgbClr val="E46962"/>
          </p15:clr>
        </p15:guide>
        <p15:guide id="5" pos="2847">
          <p15:clr>
            <a:srgbClr val="E46962"/>
          </p15:clr>
        </p15:guide>
        <p15:guide id="6" pos="2913">
          <p15:clr>
            <a:srgbClr val="E46962"/>
          </p15:clr>
        </p15:guide>
        <p15:guide id="7" pos="568">
          <p15:clr>
            <a:srgbClr val="E46962"/>
          </p15:clr>
        </p15:guide>
        <p15:guide id="8" pos="635">
          <p15:clr>
            <a:srgbClr val="E46962"/>
          </p15:clr>
        </p15:guide>
        <p15:guide id="9" pos="4213">
          <p15:clr>
            <a:srgbClr val="E46962"/>
          </p15:clr>
        </p15:guide>
        <p15:guide id="10" pos="4280">
          <p15:clr>
            <a:srgbClr val="E46962"/>
          </p15:clr>
        </p15:guide>
        <p15:guide id="11" pos="3758">
          <p15:clr>
            <a:srgbClr val="E46962"/>
          </p15:clr>
        </p15:guide>
        <p15:guide id="12" pos="3825">
          <p15:clr>
            <a:srgbClr val="E46962"/>
          </p15:clr>
        </p15:guide>
        <p15:guide id="13" pos="1024">
          <p15:clr>
            <a:srgbClr val="E46962"/>
          </p15:clr>
        </p15:guide>
        <p15:guide id="14" pos="1091">
          <p15:clr>
            <a:srgbClr val="E46962"/>
          </p15:clr>
        </p15:guide>
        <p15:guide id="15" orient="horz" pos="245">
          <p15:clr>
            <a:srgbClr val="E46962"/>
          </p15:clr>
        </p15:guide>
        <p15:guide id="16" orient="horz" pos="2993">
          <p15:clr>
            <a:srgbClr val="E46962"/>
          </p15:clr>
        </p15:guide>
        <p15:guide id="17" orient="horz" pos="882">
          <p15:clr>
            <a:srgbClr val="E46962"/>
          </p15:clr>
        </p15:guide>
        <p15:guide id="18" orient="horz" pos="949">
          <p15:clr>
            <a:srgbClr val="E46962"/>
          </p15:clr>
        </p15:guide>
        <p15:guide id="19" orient="horz" pos="2289">
          <p15:clr>
            <a:srgbClr val="E46962"/>
          </p15:clr>
        </p15:guide>
        <p15:guide id="20" orient="horz" pos="2356">
          <p15:clr>
            <a:srgbClr val="E46962"/>
          </p15:clr>
        </p15:guide>
        <p15:guide id="21" pos="1479">
          <p15:clr>
            <a:srgbClr val="E46962"/>
          </p15:clr>
        </p15:guide>
        <p15:guide id="22" pos="1546">
          <p15:clr>
            <a:srgbClr val="E46962"/>
          </p15:clr>
        </p15:guide>
        <p15:guide id="23" pos="1935">
          <p15:clr>
            <a:srgbClr val="E46962"/>
          </p15:clr>
        </p15:guide>
        <p15:guide id="24" pos="2002">
          <p15:clr>
            <a:srgbClr val="E46962"/>
          </p15:clr>
        </p15:guide>
        <p15:guide id="25" pos="2391">
          <p15:clr>
            <a:srgbClr val="E46962"/>
          </p15:clr>
        </p15:guide>
        <p15:guide id="26" pos="2458">
          <p15:clr>
            <a:srgbClr val="E46962"/>
          </p15:clr>
        </p15:guide>
        <p15:guide id="27" pos="3302">
          <p15:clr>
            <a:srgbClr val="E46962"/>
          </p15:clr>
        </p15:guide>
        <p15:guide id="28" pos="3369">
          <p15:clr>
            <a:srgbClr val="E46962"/>
          </p15:clr>
        </p15:guide>
        <p15:guide id="29" pos="4669">
          <p15:clr>
            <a:srgbClr val="E46962"/>
          </p15:clr>
        </p15:guide>
        <p15:guide id="30" pos="4736">
          <p15:clr>
            <a:srgbClr val="E46962"/>
          </p15:clr>
        </p15:guide>
        <p15:guide id="31" pos="5125">
          <p15:clr>
            <a:srgbClr val="E46962"/>
          </p15:clr>
        </p15:guide>
        <p15:guide id="32" pos="5192">
          <p15:clr>
            <a:srgbClr val="E46962"/>
          </p15:clr>
        </p15:guide>
        <p15:guide id="33" orient="horz" pos="1585">
          <p15:clr>
            <a:srgbClr val="E46962"/>
          </p15:clr>
        </p15:guide>
        <p15:guide id="34" orient="horz" pos="1653">
          <p15:clr>
            <a:srgbClr val="E46962"/>
          </p15:clr>
        </p15:guide>
        <p15:guide id="35" orient="horz" pos="290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 Id="rId3" Type="http://schemas.openxmlformats.org/officeDocument/2006/relationships/hyperlink" Target="https://www.kaggle.com/datasets/hassanraof/top10k-tmdb-movies-csv" TargetMode="External"/><Relationship Id="rId4" Type="http://schemas.openxmlformats.org/officeDocument/2006/relationships/hyperlink" Target="http://kaggle.com" TargetMode="External"/><Relationship Id="rId5" Type="http://schemas.openxmlformats.org/officeDocument/2006/relationships/hyperlink" Target="https://huggingface.co/j-hartmann/emotion-english-distilroberta-base" TargetMode="External"/><Relationship Id="rId6" Type="http://schemas.openxmlformats.org/officeDocument/2006/relationships/image" Target="../media/image9.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2"/>
          <p:cNvSpPr txBox="1"/>
          <p:nvPr>
            <p:ph idx="1" type="subTitle"/>
          </p:nvPr>
        </p:nvSpPr>
        <p:spPr>
          <a:xfrm>
            <a:off x="1008000" y="4285050"/>
            <a:ext cx="2126700" cy="3333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sz="1000">
                <a:latin typeface="Outfit Light"/>
                <a:ea typeface="Outfit Light"/>
                <a:cs typeface="Outfit Light"/>
                <a:sym typeface="Outfit Light"/>
              </a:rPr>
              <a:t>By: Nathaniel Oliver, Ian Bush, David Nguyen, Franchesco Velez, Georgi Nikolov</a:t>
            </a:r>
            <a:endParaRPr sz="1000">
              <a:latin typeface="Outfit Light"/>
              <a:ea typeface="Outfit Light"/>
              <a:cs typeface="Outfit Light"/>
              <a:sym typeface="Outfit Light"/>
            </a:endParaRPr>
          </a:p>
        </p:txBody>
      </p:sp>
      <p:sp>
        <p:nvSpPr>
          <p:cNvPr id="464" name="Google Shape;464;p62"/>
          <p:cNvSpPr txBox="1"/>
          <p:nvPr>
            <p:ph type="title"/>
          </p:nvPr>
        </p:nvSpPr>
        <p:spPr>
          <a:xfrm>
            <a:off x="1008000" y="587700"/>
            <a:ext cx="4957200" cy="12234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5000">
                <a:solidFill>
                  <a:srgbClr val="666666"/>
                </a:solidFill>
                <a:latin typeface="Arial"/>
                <a:ea typeface="Arial"/>
                <a:cs typeface="Arial"/>
                <a:sym typeface="Arial"/>
              </a:rPr>
              <a:t>Movie-Based Lyric Generation</a:t>
            </a:r>
            <a:endParaRPr sz="5000">
              <a:solidFill>
                <a:srgbClr val="666666"/>
              </a:solidFill>
              <a:latin typeface="Arial"/>
              <a:ea typeface="Arial"/>
              <a:cs typeface="Arial"/>
              <a:sym typeface="Arial"/>
            </a:endParaRPr>
          </a:p>
          <a:p>
            <a:pPr indent="0" lvl="0" marL="0" rtl="0" algn="ctr">
              <a:lnSpc>
                <a:spcPct val="100000"/>
              </a:lnSpc>
              <a:spcBef>
                <a:spcPts val="0"/>
              </a:spcBef>
              <a:spcAft>
                <a:spcPts val="0"/>
              </a:spcAft>
              <a:buNone/>
            </a:pPr>
            <a:r>
              <a:rPr lang="en" sz="5000">
                <a:solidFill>
                  <a:srgbClr val="666666"/>
                </a:solidFill>
                <a:latin typeface="Arial"/>
                <a:ea typeface="Arial"/>
                <a:cs typeface="Arial"/>
                <a:sym typeface="Arial"/>
              </a:rPr>
              <a:t>With Sentiment Classification</a:t>
            </a:r>
            <a:endParaRPr>
              <a:solidFill>
                <a:srgbClr val="666666"/>
              </a:solidFill>
            </a:endParaRPr>
          </a:p>
        </p:txBody>
      </p:sp>
      <p:sp>
        <p:nvSpPr>
          <p:cNvPr id="465" name="Google Shape;465;p62"/>
          <p:cNvSpPr txBox="1"/>
          <p:nvPr>
            <p:ph idx="3" type="subTitle"/>
          </p:nvPr>
        </p:nvSpPr>
        <p:spPr>
          <a:xfrm>
            <a:off x="3178225" y="4285050"/>
            <a:ext cx="1573800" cy="3333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sz="1000">
                <a:latin typeface="Outfit Light"/>
                <a:ea typeface="Outfit Light"/>
                <a:cs typeface="Outfit Light"/>
                <a:sym typeface="Outfit Light"/>
              </a:rPr>
              <a:t>CAP 4630: Intro to Artificial Intelligence</a:t>
            </a:r>
            <a:endParaRPr sz="1000">
              <a:latin typeface="Outfit Light"/>
              <a:ea typeface="Outfit Light"/>
              <a:cs typeface="Outfit Light"/>
              <a:sym typeface="Outfit Light"/>
            </a:endParaRPr>
          </a:p>
          <a:p>
            <a:pPr indent="0" lvl="0" marL="0" rtl="0" algn="l">
              <a:lnSpc>
                <a:spcPct val="100000"/>
              </a:lnSpc>
              <a:spcBef>
                <a:spcPts val="0"/>
              </a:spcBef>
              <a:spcAft>
                <a:spcPts val="0"/>
              </a:spcAft>
              <a:buNone/>
            </a:pPr>
            <a:r>
              <a:t/>
            </a:r>
            <a:endParaRPr sz="1000">
              <a:latin typeface="Outfit Light"/>
              <a:ea typeface="Outfit Light"/>
              <a:cs typeface="Outfit Light"/>
              <a:sym typeface="Outfit Light"/>
            </a:endParaRPr>
          </a:p>
        </p:txBody>
      </p:sp>
      <p:pic>
        <p:nvPicPr>
          <p:cNvPr descr="An abstract texture of raised wave shapes on a white surface. " id="466" name="Google Shape;466;p62"/>
          <p:cNvPicPr preferRelativeResize="0"/>
          <p:nvPr/>
        </p:nvPicPr>
        <p:blipFill rotWithShape="1">
          <a:blip r:embed="rId3">
            <a:alphaModFix amt="50000"/>
          </a:blip>
          <a:srcRect b="0" l="23650" r="43595" t="21820"/>
          <a:stretch/>
        </p:blipFill>
        <p:spPr>
          <a:xfrm>
            <a:off x="7064775" y="573900"/>
            <a:ext cx="1794600" cy="4283100"/>
          </a:xfrm>
          <a:prstGeom prst="round2DiagRect">
            <a:avLst>
              <a:gd fmla="val 16667" name="adj1"/>
              <a:gd fmla="val 0" name="adj2"/>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3"/>
          <p:cNvSpPr txBox="1"/>
          <p:nvPr>
            <p:ph idx="4294967295" type="subTitle"/>
          </p:nvPr>
        </p:nvSpPr>
        <p:spPr>
          <a:xfrm>
            <a:off x="962575" y="3913325"/>
            <a:ext cx="4431300" cy="59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900"/>
              <a:t>Objectives</a:t>
            </a:r>
            <a:endParaRPr sz="4900"/>
          </a:p>
        </p:txBody>
      </p:sp>
      <p:sp>
        <p:nvSpPr>
          <p:cNvPr id="472" name="Google Shape;472;p63"/>
          <p:cNvSpPr txBox="1"/>
          <p:nvPr>
            <p:ph idx="4294967295" type="title"/>
          </p:nvPr>
        </p:nvSpPr>
        <p:spPr>
          <a:xfrm>
            <a:off x="798850" y="611975"/>
            <a:ext cx="7337100" cy="2912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1400">
                <a:latin typeface="Instrument Sans Medium"/>
                <a:ea typeface="Instrument Sans Medium"/>
                <a:cs typeface="Instrument Sans Medium"/>
                <a:sym typeface="Instrument Sans Medium"/>
              </a:rPr>
              <a:t>The goal of this project is to create an AI that, given the name of a movie:</a:t>
            </a:r>
            <a:endParaRPr sz="1400">
              <a:latin typeface="Instrument Sans Medium"/>
              <a:ea typeface="Instrument Sans Medium"/>
              <a:cs typeface="Instrument Sans Medium"/>
              <a:sym typeface="Instrument Sans Medium"/>
            </a:endParaRPr>
          </a:p>
          <a:p>
            <a:pPr indent="0" lvl="0" marL="0" rtl="0" algn="l">
              <a:lnSpc>
                <a:spcPct val="100000"/>
              </a:lnSpc>
              <a:spcBef>
                <a:spcPts val="0"/>
              </a:spcBef>
              <a:spcAft>
                <a:spcPts val="0"/>
              </a:spcAft>
              <a:buNone/>
            </a:pPr>
            <a:r>
              <a:t/>
            </a:r>
            <a:endParaRPr sz="1400">
              <a:latin typeface="Instrument Sans Medium"/>
              <a:ea typeface="Instrument Sans Medium"/>
              <a:cs typeface="Instrument Sans Medium"/>
              <a:sym typeface="Instrument Sans Medium"/>
            </a:endParaRPr>
          </a:p>
          <a:p>
            <a:pPr indent="-317500" lvl="0" marL="457200" rtl="0" algn="l">
              <a:lnSpc>
                <a:spcPct val="115000"/>
              </a:lnSpc>
              <a:spcBef>
                <a:spcPts val="300"/>
              </a:spcBef>
              <a:spcAft>
                <a:spcPts val="0"/>
              </a:spcAft>
              <a:buClr>
                <a:schemeClr val="lt1"/>
              </a:buClr>
              <a:buSzPts val="1400"/>
              <a:buFont typeface="Instrument Sans Medium"/>
              <a:buChar char="-"/>
            </a:pPr>
            <a:r>
              <a:rPr lang="en" sz="1400">
                <a:latin typeface="Instrument Sans Medium"/>
                <a:ea typeface="Instrument Sans Medium"/>
                <a:cs typeface="Instrument Sans Medium"/>
                <a:sym typeface="Instrument Sans Medium"/>
              </a:rPr>
              <a:t>Extracts and analyzes the movie's plot to determine its emotional profile</a:t>
            </a:r>
            <a:endParaRPr sz="1400">
              <a:latin typeface="Instrument Sans Medium"/>
              <a:ea typeface="Instrument Sans Medium"/>
              <a:cs typeface="Instrument Sans Medium"/>
              <a:sym typeface="Instrument Sans Medium"/>
            </a:endParaRPr>
          </a:p>
          <a:p>
            <a:pPr indent="-317500" lvl="0" marL="457200" rtl="0" algn="l">
              <a:lnSpc>
                <a:spcPct val="115000"/>
              </a:lnSpc>
              <a:spcBef>
                <a:spcPts val="0"/>
              </a:spcBef>
              <a:spcAft>
                <a:spcPts val="0"/>
              </a:spcAft>
              <a:buClr>
                <a:schemeClr val="lt1"/>
              </a:buClr>
              <a:buSzPts val="1400"/>
              <a:buFont typeface="Instrument Sans Medium"/>
              <a:buChar char="-"/>
            </a:pPr>
            <a:r>
              <a:rPr lang="en" sz="1400">
                <a:latin typeface="Instrument Sans Medium"/>
                <a:ea typeface="Instrument Sans Medium"/>
                <a:cs typeface="Instrument Sans Medium"/>
                <a:sym typeface="Instrument Sans Medium"/>
              </a:rPr>
              <a:t>Incorporates the movie's genre to refine its sentiment and themes</a:t>
            </a:r>
            <a:endParaRPr sz="1400">
              <a:latin typeface="Instrument Sans Medium"/>
              <a:ea typeface="Instrument Sans Medium"/>
              <a:cs typeface="Instrument Sans Medium"/>
              <a:sym typeface="Instrument Sans Medium"/>
            </a:endParaRPr>
          </a:p>
          <a:p>
            <a:pPr indent="-317500" lvl="0" marL="457200" rtl="0" algn="l">
              <a:lnSpc>
                <a:spcPct val="115000"/>
              </a:lnSpc>
              <a:spcBef>
                <a:spcPts val="0"/>
              </a:spcBef>
              <a:spcAft>
                <a:spcPts val="0"/>
              </a:spcAft>
              <a:buClr>
                <a:schemeClr val="lt1"/>
              </a:buClr>
              <a:buSzPts val="1400"/>
              <a:buFont typeface="Instrument Sans Medium"/>
              <a:buChar char="-"/>
            </a:pPr>
            <a:r>
              <a:rPr lang="en" sz="1400">
                <a:latin typeface="Instrument Sans Medium"/>
                <a:ea typeface="Instrument Sans Medium"/>
                <a:cs typeface="Instrument Sans Medium"/>
                <a:sym typeface="Instrument Sans Medium"/>
              </a:rPr>
              <a:t>Generates song lyrics that reflect the movie's emotional and thematic characteristics.</a:t>
            </a:r>
            <a:endParaRPr sz="1400">
              <a:latin typeface="Instrument Sans Medium"/>
              <a:ea typeface="Instrument Sans Medium"/>
              <a:cs typeface="Instrument Sans Medium"/>
              <a:sym typeface="Instrument Sans Medium"/>
            </a:endParaRPr>
          </a:p>
          <a:p>
            <a:pPr indent="0" lvl="0" marL="0" rtl="0" algn="l">
              <a:spcBef>
                <a:spcPts val="3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4"/>
          <p:cNvSpPr txBox="1"/>
          <p:nvPr>
            <p:ph type="title"/>
          </p:nvPr>
        </p:nvSpPr>
        <p:spPr>
          <a:xfrm>
            <a:off x="328100" y="260000"/>
            <a:ext cx="4020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System Description</a:t>
            </a:r>
            <a:endParaRPr/>
          </a:p>
        </p:txBody>
      </p:sp>
      <p:sp>
        <p:nvSpPr>
          <p:cNvPr id="478" name="Google Shape;478;p64"/>
          <p:cNvSpPr/>
          <p:nvPr/>
        </p:nvSpPr>
        <p:spPr>
          <a:xfrm>
            <a:off x="284775" y="862500"/>
            <a:ext cx="4632600" cy="3888300"/>
          </a:xfrm>
          <a:prstGeom prst="snip1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479" name="Google Shape;479;p64"/>
          <p:cNvSpPr txBox="1"/>
          <p:nvPr/>
        </p:nvSpPr>
        <p:spPr>
          <a:xfrm>
            <a:off x="684275" y="1140975"/>
            <a:ext cx="45600" cy="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Instrument Sans"/>
              <a:ea typeface="Instrument Sans"/>
              <a:cs typeface="Instrument Sans"/>
              <a:sym typeface="Instrument Sans"/>
            </a:endParaRPr>
          </a:p>
        </p:txBody>
      </p:sp>
      <p:sp>
        <p:nvSpPr>
          <p:cNvPr id="480" name="Google Shape;480;p64"/>
          <p:cNvSpPr txBox="1"/>
          <p:nvPr/>
        </p:nvSpPr>
        <p:spPr>
          <a:xfrm>
            <a:off x="364100" y="1012000"/>
            <a:ext cx="3948300" cy="3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Outfit"/>
                <a:ea typeface="Outfit"/>
                <a:cs typeface="Outfit"/>
                <a:sym typeface="Outfit"/>
              </a:rPr>
              <a:t>Dataset:</a:t>
            </a:r>
            <a:endParaRPr sz="1200">
              <a:solidFill>
                <a:schemeClr val="dk1"/>
              </a:solidFill>
              <a:latin typeface="Outfit"/>
              <a:ea typeface="Outfit"/>
              <a:cs typeface="Outfit"/>
              <a:sym typeface="Outfit"/>
            </a:endParaRPr>
          </a:p>
          <a:p>
            <a:pPr indent="-304800" lvl="0" marL="457200" rtl="0" algn="l">
              <a:spcBef>
                <a:spcPts val="0"/>
              </a:spcBef>
              <a:spcAft>
                <a:spcPts val="0"/>
              </a:spcAft>
              <a:buClr>
                <a:schemeClr val="dk1"/>
              </a:buClr>
              <a:buSzPts val="1200"/>
              <a:buFont typeface="Outfit"/>
              <a:buChar char="-"/>
            </a:pPr>
            <a:r>
              <a:rPr lang="en" sz="1200">
                <a:solidFill>
                  <a:schemeClr val="dk1"/>
                </a:solidFill>
                <a:latin typeface="Outfit"/>
                <a:ea typeface="Outfit"/>
                <a:cs typeface="Outfit"/>
                <a:sym typeface="Outfit"/>
              </a:rPr>
              <a:t>Our project utilizes the </a:t>
            </a:r>
            <a:r>
              <a:rPr lang="en" sz="1200" u="sng">
                <a:solidFill>
                  <a:schemeClr val="dk1"/>
                </a:solidFill>
                <a:latin typeface="Outfit"/>
                <a:ea typeface="Outfit"/>
                <a:cs typeface="Outfit"/>
                <a:sym typeface="Outfit"/>
                <a:hlinkClick r:id="rId3">
                  <a:extLst>
                    <a:ext uri="{A12FA001-AC4F-418D-AE19-62706E023703}">
                      <ahyp:hlinkClr val="tx"/>
                    </a:ext>
                  </a:extLst>
                </a:hlinkClick>
              </a:rPr>
              <a:t>TMDB movie dataset</a:t>
            </a:r>
            <a:r>
              <a:rPr lang="en" sz="1200">
                <a:solidFill>
                  <a:schemeClr val="dk1"/>
                </a:solidFill>
                <a:latin typeface="Outfit"/>
                <a:ea typeface="Outfit"/>
                <a:cs typeface="Outfit"/>
                <a:sym typeface="Outfit"/>
              </a:rPr>
              <a:t> uploaded by Hassan Raof on </a:t>
            </a:r>
            <a:r>
              <a:rPr lang="en" sz="1200" u="sng">
                <a:solidFill>
                  <a:schemeClr val="dk1"/>
                </a:solidFill>
                <a:latin typeface="Outfit"/>
                <a:ea typeface="Outfit"/>
                <a:cs typeface="Outfit"/>
                <a:sym typeface="Outfit"/>
                <a:hlinkClick r:id="rId4">
                  <a:extLst>
                    <a:ext uri="{A12FA001-AC4F-418D-AE19-62706E023703}">
                      <ahyp:hlinkClr val="tx"/>
                    </a:ext>
                  </a:extLst>
                </a:hlinkClick>
              </a:rPr>
              <a:t>Kaggle.com</a:t>
            </a:r>
            <a:r>
              <a:rPr lang="en" sz="1200">
                <a:solidFill>
                  <a:schemeClr val="dk1"/>
                </a:solidFill>
                <a:latin typeface="Outfit"/>
                <a:ea typeface="Outfit"/>
                <a:cs typeface="Outfit"/>
                <a:sym typeface="Outfit"/>
              </a:rPr>
              <a:t>. </a:t>
            </a:r>
            <a:endParaRPr sz="1200">
              <a:solidFill>
                <a:schemeClr val="dk1"/>
              </a:solidFill>
              <a:latin typeface="Outfit"/>
              <a:ea typeface="Outfit"/>
              <a:cs typeface="Outfit"/>
              <a:sym typeface="Outfit"/>
            </a:endParaRPr>
          </a:p>
          <a:p>
            <a:pPr indent="0" lvl="0" marL="0" rtl="0" algn="l">
              <a:spcBef>
                <a:spcPts val="0"/>
              </a:spcBef>
              <a:spcAft>
                <a:spcPts val="0"/>
              </a:spcAft>
              <a:buNone/>
            </a:pPr>
            <a:r>
              <a:t/>
            </a:r>
            <a:endParaRPr sz="1200">
              <a:solidFill>
                <a:schemeClr val="dk1"/>
              </a:solidFill>
              <a:latin typeface="Outfit"/>
              <a:ea typeface="Outfit"/>
              <a:cs typeface="Outfit"/>
              <a:sym typeface="Outfit"/>
            </a:endParaRPr>
          </a:p>
          <a:p>
            <a:pPr indent="0" lvl="0" marL="0" rtl="0" algn="l">
              <a:spcBef>
                <a:spcPts val="0"/>
              </a:spcBef>
              <a:spcAft>
                <a:spcPts val="0"/>
              </a:spcAft>
              <a:buNone/>
            </a:pPr>
            <a:r>
              <a:rPr lang="en" sz="1200">
                <a:solidFill>
                  <a:schemeClr val="dk1"/>
                </a:solidFill>
                <a:latin typeface="Outfit"/>
                <a:ea typeface="Outfit"/>
                <a:cs typeface="Outfit"/>
                <a:sym typeface="Outfit"/>
              </a:rPr>
              <a:t>AI Models Used:</a:t>
            </a:r>
            <a:endParaRPr sz="1200">
              <a:solidFill>
                <a:schemeClr val="dk1"/>
              </a:solidFill>
              <a:latin typeface="Outfit"/>
              <a:ea typeface="Outfit"/>
              <a:cs typeface="Outfit"/>
              <a:sym typeface="Outfit"/>
            </a:endParaRPr>
          </a:p>
          <a:p>
            <a:pPr indent="-304800" lvl="0" marL="457200" rtl="0" algn="l">
              <a:spcBef>
                <a:spcPts val="0"/>
              </a:spcBef>
              <a:spcAft>
                <a:spcPts val="0"/>
              </a:spcAft>
              <a:buClr>
                <a:schemeClr val="dk1"/>
              </a:buClr>
              <a:buSzPts val="1200"/>
              <a:buFont typeface="Outfit"/>
              <a:buChar char="-"/>
            </a:pPr>
            <a:r>
              <a:rPr lang="en" sz="1200">
                <a:solidFill>
                  <a:schemeClr val="dk1"/>
                </a:solidFill>
                <a:latin typeface="Outfit"/>
                <a:ea typeface="Outfit"/>
                <a:cs typeface="Outfit"/>
                <a:sym typeface="Outfit"/>
              </a:rPr>
              <a:t>In this project, a pre-trained </a:t>
            </a:r>
            <a:r>
              <a:rPr lang="en" sz="1200" u="sng">
                <a:solidFill>
                  <a:schemeClr val="dk1"/>
                </a:solidFill>
                <a:latin typeface="Outfit"/>
                <a:ea typeface="Outfit"/>
                <a:cs typeface="Outfit"/>
                <a:sym typeface="Outfit"/>
                <a:hlinkClick r:id="rId5">
                  <a:extLst>
                    <a:ext uri="{A12FA001-AC4F-418D-AE19-62706E023703}">
                      <ahyp:hlinkClr val="tx"/>
                    </a:ext>
                  </a:extLst>
                </a:hlinkClick>
              </a:rPr>
              <a:t>Emotion Classification Model</a:t>
            </a:r>
            <a:r>
              <a:rPr lang="en" sz="1200">
                <a:solidFill>
                  <a:schemeClr val="dk1"/>
                </a:solidFill>
                <a:latin typeface="Outfit"/>
                <a:ea typeface="Outfit"/>
                <a:cs typeface="Outfit"/>
                <a:sym typeface="Outfit"/>
              </a:rPr>
              <a:t>, created by Jochen Hartmann is used in order to “understand” and evaluate the sentiment of both the movie, in order to generate the lyrics, as well as the lyrics themselves.</a:t>
            </a:r>
            <a:endParaRPr sz="1200">
              <a:solidFill>
                <a:schemeClr val="dk1"/>
              </a:solidFill>
              <a:latin typeface="Outfit"/>
              <a:ea typeface="Outfit"/>
              <a:cs typeface="Outfit"/>
              <a:sym typeface="Outfit"/>
            </a:endParaRPr>
          </a:p>
          <a:p>
            <a:pPr indent="-304800" lvl="0" marL="457200" rtl="0" algn="l">
              <a:spcBef>
                <a:spcPts val="0"/>
              </a:spcBef>
              <a:spcAft>
                <a:spcPts val="0"/>
              </a:spcAft>
              <a:buClr>
                <a:schemeClr val="dk1"/>
              </a:buClr>
              <a:buSzPts val="1200"/>
              <a:buFont typeface="Outfit"/>
              <a:buChar char="-"/>
            </a:pPr>
            <a:r>
              <a:rPr lang="en" sz="1200">
                <a:solidFill>
                  <a:schemeClr val="dk1"/>
                </a:solidFill>
                <a:latin typeface="Outfit"/>
                <a:ea typeface="Outfit"/>
                <a:cs typeface="Outfit"/>
                <a:sym typeface="Outfit"/>
              </a:rPr>
              <a:t>For the lyrics generation, OpenAI’s model is used, and so an API key is needed.</a:t>
            </a:r>
            <a:endParaRPr sz="1200">
              <a:solidFill>
                <a:schemeClr val="dk1"/>
              </a:solidFill>
              <a:latin typeface="Outfit"/>
              <a:ea typeface="Outfit"/>
              <a:cs typeface="Outfit"/>
              <a:sym typeface="Outfit"/>
            </a:endParaRPr>
          </a:p>
        </p:txBody>
      </p:sp>
      <p:pic>
        <p:nvPicPr>
          <p:cNvPr id="481" name="Google Shape;481;p64"/>
          <p:cNvPicPr preferRelativeResize="0"/>
          <p:nvPr/>
        </p:nvPicPr>
        <p:blipFill>
          <a:blip r:embed="rId6">
            <a:alphaModFix/>
          </a:blip>
          <a:stretch>
            <a:fillRect/>
          </a:stretch>
        </p:blipFill>
        <p:spPr>
          <a:xfrm>
            <a:off x="5960350" y="162525"/>
            <a:ext cx="2687700" cy="2687700"/>
          </a:xfrm>
          <a:prstGeom prst="rect">
            <a:avLst/>
          </a:prstGeom>
          <a:noFill/>
          <a:ln>
            <a:noFill/>
          </a:ln>
        </p:spPr>
      </p:pic>
      <p:pic>
        <p:nvPicPr>
          <p:cNvPr id="482" name="Google Shape;482;p64"/>
          <p:cNvPicPr preferRelativeResize="0"/>
          <p:nvPr/>
        </p:nvPicPr>
        <p:blipFill>
          <a:blip r:embed="rId7">
            <a:alphaModFix/>
          </a:blip>
          <a:stretch>
            <a:fillRect/>
          </a:stretch>
        </p:blipFill>
        <p:spPr>
          <a:xfrm>
            <a:off x="6177600" y="2571750"/>
            <a:ext cx="2253199" cy="22334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p65"/>
          <p:cNvPicPr preferRelativeResize="0"/>
          <p:nvPr/>
        </p:nvPicPr>
        <p:blipFill>
          <a:blip r:embed="rId3">
            <a:alphaModFix/>
          </a:blip>
          <a:stretch>
            <a:fillRect/>
          </a:stretch>
        </p:blipFill>
        <p:spPr>
          <a:xfrm>
            <a:off x="4120901" y="1399876"/>
            <a:ext cx="4294774" cy="1201450"/>
          </a:xfrm>
          <a:prstGeom prst="rect">
            <a:avLst/>
          </a:prstGeom>
          <a:noFill/>
          <a:ln>
            <a:noFill/>
          </a:ln>
        </p:spPr>
      </p:pic>
      <p:sp>
        <p:nvSpPr>
          <p:cNvPr id="488" name="Google Shape;488;p65"/>
          <p:cNvSpPr txBox="1"/>
          <p:nvPr/>
        </p:nvSpPr>
        <p:spPr>
          <a:xfrm>
            <a:off x="1276975" y="1399875"/>
            <a:ext cx="2472300" cy="1201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Outfit"/>
                <a:ea typeface="Outfit"/>
                <a:cs typeface="Outfit"/>
                <a:sym typeface="Outfit"/>
              </a:rPr>
              <a:t>1.</a:t>
            </a:r>
            <a:r>
              <a:rPr lang="en" u="sng">
                <a:solidFill>
                  <a:schemeClr val="lt1"/>
                </a:solidFill>
                <a:latin typeface="Outfit"/>
                <a:ea typeface="Outfit"/>
                <a:cs typeface="Outfit"/>
                <a:sym typeface="Outfit"/>
              </a:rPr>
              <a:t> User Input/Data Retrieval</a:t>
            </a:r>
            <a:r>
              <a:rPr lang="en">
                <a:solidFill>
                  <a:schemeClr val="lt1"/>
                </a:solidFill>
                <a:latin typeface="Outfit"/>
                <a:ea typeface="Outfit"/>
                <a:cs typeface="Outfit"/>
                <a:sym typeface="Outfit"/>
              </a:rPr>
              <a:t>:</a:t>
            </a:r>
            <a:r>
              <a:rPr lang="en" sz="1100">
                <a:solidFill>
                  <a:schemeClr val="lt1"/>
                </a:solidFill>
                <a:latin typeface="Outfit"/>
                <a:ea typeface="Outfit"/>
                <a:cs typeface="Outfit"/>
                <a:sym typeface="Outfit"/>
              </a:rPr>
              <a:t> The user enters a movie title, and the title is searched for. If there is no match, "Movie not found in the TMDB dataset. Try another one!" is returned.</a:t>
            </a:r>
            <a:endParaRPr sz="1100">
              <a:solidFill>
                <a:schemeClr val="lt1"/>
              </a:solidFill>
              <a:latin typeface="Outfit"/>
              <a:ea typeface="Outfit"/>
              <a:cs typeface="Outfit"/>
              <a:sym typeface="Outfit"/>
            </a:endParaRPr>
          </a:p>
          <a:p>
            <a:pPr indent="0" lvl="0" marL="0" rtl="0" algn="l">
              <a:spcBef>
                <a:spcPts val="0"/>
              </a:spcBef>
              <a:spcAft>
                <a:spcPts val="0"/>
              </a:spcAft>
              <a:buNone/>
            </a:pPr>
            <a:r>
              <a:t/>
            </a:r>
            <a:endParaRPr sz="1200">
              <a:solidFill>
                <a:schemeClr val="lt1"/>
              </a:solidFill>
              <a:latin typeface="Instrument Sans"/>
              <a:ea typeface="Instrument Sans"/>
              <a:cs typeface="Instrument Sans"/>
              <a:sym typeface="Instrument Sans"/>
            </a:endParaRPr>
          </a:p>
        </p:txBody>
      </p:sp>
      <p:pic>
        <p:nvPicPr>
          <p:cNvPr id="489" name="Google Shape;489;p65"/>
          <p:cNvPicPr preferRelativeResize="0"/>
          <p:nvPr/>
        </p:nvPicPr>
        <p:blipFill>
          <a:blip r:embed="rId4">
            <a:alphaModFix/>
          </a:blip>
          <a:stretch>
            <a:fillRect/>
          </a:stretch>
        </p:blipFill>
        <p:spPr>
          <a:xfrm>
            <a:off x="4872497" y="2644438"/>
            <a:ext cx="2935052" cy="2191775"/>
          </a:xfrm>
          <a:prstGeom prst="rect">
            <a:avLst/>
          </a:prstGeom>
          <a:noFill/>
          <a:ln>
            <a:noFill/>
          </a:ln>
        </p:spPr>
      </p:pic>
      <p:sp>
        <p:nvSpPr>
          <p:cNvPr id="490" name="Google Shape;490;p65"/>
          <p:cNvSpPr txBox="1"/>
          <p:nvPr/>
        </p:nvSpPr>
        <p:spPr>
          <a:xfrm>
            <a:off x="1276975" y="2901000"/>
            <a:ext cx="2837100" cy="1123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Outfit"/>
                <a:ea typeface="Outfit"/>
                <a:cs typeface="Outfit"/>
                <a:sym typeface="Outfit"/>
              </a:rPr>
              <a:t>2</a:t>
            </a:r>
            <a:r>
              <a:rPr lang="en">
                <a:solidFill>
                  <a:schemeClr val="lt1"/>
                </a:solidFill>
                <a:latin typeface="Outfit"/>
                <a:ea typeface="Outfit"/>
                <a:cs typeface="Outfit"/>
                <a:sym typeface="Outfit"/>
              </a:rPr>
              <a:t>. </a:t>
            </a:r>
            <a:r>
              <a:rPr lang="en" u="sng">
                <a:solidFill>
                  <a:schemeClr val="lt1"/>
                </a:solidFill>
                <a:latin typeface="Outfit"/>
                <a:ea typeface="Outfit"/>
                <a:cs typeface="Outfit"/>
                <a:sym typeface="Outfit"/>
              </a:rPr>
              <a:t>Data Preparation</a:t>
            </a:r>
            <a:r>
              <a:rPr lang="en">
                <a:solidFill>
                  <a:schemeClr val="lt1"/>
                </a:solidFill>
                <a:latin typeface="Outfit"/>
                <a:ea typeface="Outfit"/>
                <a:cs typeface="Outfit"/>
                <a:sym typeface="Outfit"/>
              </a:rPr>
              <a:t>:</a:t>
            </a:r>
            <a:endParaRPr>
              <a:solidFill>
                <a:schemeClr val="lt1"/>
              </a:solidFill>
              <a:latin typeface="Outfit"/>
              <a:ea typeface="Outfit"/>
              <a:cs typeface="Outfit"/>
              <a:sym typeface="Outfit"/>
            </a:endParaRPr>
          </a:p>
          <a:p>
            <a:pPr indent="0" lvl="0" marL="0" rtl="0" algn="l">
              <a:spcBef>
                <a:spcPts val="0"/>
              </a:spcBef>
              <a:spcAft>
                <a:spcPts val="0"/>
              </a:spcAft>
              <a:buNone/>
            </a:pPr>
            <a:r>
              <a:rPr lang="en" sz="1100">
                <a:solidFill>
                  <a:schemeClr val="lt1"/>
                </a:solidFill>
                <a:latin typeface="Outfit"/>
                <a:ea typeface="Outfit"/>
                <a:cs typeface="Outfit"/>
                <a:sym typeface="Outfit"/>
              </a:rPr>
              <a:t>The genres of the movie are split and the overview or summary of the user’s chosen movie is split into chunks to be analyzed </a:t>
            </a:r>
            <a:endParaRPr sz="1100">
              <a:solidFill>
                <a:schemeClr val="lt1"/>
              </a:solidFill>
              <a:latin typeface="Outfit"/>
              <a:ea typeface="Outfit"/>
              <a:cs typeface="Outfit"/>
              <a:sym typeface="Outfit"/>
            </a:endParaRPr>
          </a:p>
          <a:p>
            <a:pPr indent="0" lvl="0" marL="0" rtl="0" algn="l">
              <a:spcBef>
                <a:spcPts val="0"/>
              </a:spcBef>
              <a:spcAft>
                <a:spcPts val="0"/>
              </a:spcAft>
              <a:buNone/>
            </a:pPr>
            <a:r>
              <a:t/>
            </a:r>
            <a:endParaRPr>
              <a:solidFill>
                <a:schemeClr val="lt1"/>
              </a:solidFill>
              <a:latin typeface="Outfit"/>
              <a:ea typeface="Outfit"/>
              <a:cs typeface="Outfit"/>
              <a:sym typeface="Outfit"/>
            </a:endParaRPr>
          </a:p>
        </p:txBody>
      </p:sp>
      <p:sp>
        <p:nvSpPr>
          <p:cNvPr id="491" name="Google Shape;491;p65"/>
          <p:cNvSpPr txBox="1"/>
          <p:nvPr>
            <p:ph type="title"/>
          </p:nvPr>
        </p:nvSpPr>
        <p:spPr>
          <a:xfrm>
            <a:off x="1076275" y="436400"/>
            <a:ext cx="6003600" cy="8118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2900">
                <a:latin typeface="Instrument Sans SemiBold"/>
                <a:ea typeface="Instrument Sans SemiBold"/>
                <a:cs typeface="Instrument Sans SemiBold"/>
                <a:sym typeface="Instrument Sans SemiBold"/>
              </a:rPr>
              <a:t>Methodology/Pipeline </a:t>
            </a:r>
            <a:r>
              <a:rPr lang="en" sz="1700">
                <a:latin typeface="Instrument Sans SemiBold"/>
                <a:ea typeface="Instrument Sans SemiBold"/>
                <a:cs typeface="Instrument Sans SemiBold"/>
                <a:sym typeface="Instrument Sans SemiBold"/>
              </a:rPr>
              <a:t>(contd.)</a:t>
            </a:r>
            <a:endParaRPr sz="4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6"/>
          <p:cNvSpPr txBox="1"/>
          <p:nvPr>
            <p:ph type="title"/>
          </p:nvPr>
        </p:nvSpPr>
        <p:spPr>
          <a:xfrm>
            <a:off x="1076275" y="436400"/>
            <a:ext cx="6003600" cy="8118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2900">
                <a:latin typeface="Instrument Sans SemiBold"/>
                <a:ea typeface="Instrument Sans SemiBold"/>
                <a:cs typeface="Instrument Sans SemiBold"/>
                <a:sym typeface="Instrument Sans SemiBold"/>
              </a:rPr>
              <a:t>Methodology/Pipeline </a:t>
            </a:r>
            <a:r>
              <a:rPr lang="en" sz="1700">
                <a:latin typeface="Instrument Sans SemiBold"/>
                <a:ea typeface="Instrument Sans SemiBold"/>
                <a:cs typeface="Instrument Sans SemiBold"/>
                <a:sym typeface="Instrument Sans SemiBold"/>
              </a:rPr>
              <a:t>(contd.)</a:t>
            </a:r>
            <a:endParaRPr sz="4800"/>
          </a:p>
        </p:txBody>
      </p:sp>
      <p:pic>
        <p:nvPicPr>
          <p:cNvPr id="497" name="Google Shape;497;p66"/>
          <p:cNvPicPr preferRelativeResize="0"/>
          <p:nvPr/>
        </p:nvPicPr>
        <p:blipFill>
          <a:blip r:embed="rId3">
            <a:alphaModFix/>
          </a:blip>
          <a:stretch>
            <a:fillRect/>
          </a:stretch>
        </p:blipFill>
        <p:spPr>
          <a:xfrm>
            <a:off x="614448" y="1231875"/>
            <a:ext cx="2884975" cy="2782925"/>
          </a:xfrm>
          <a:prstGeom prst="rect">
            <a:avLst/>
          </a:prstGeom>
          <a:noFill/>
          <a:ln>
            <a:noFill/>
          </a:ln>
        </p:spPr>
      </p:pic>
      <p:pic>
        <p:nvPicPr>
          <p:cNvPr id="498" name="Google Shape;498;p66"/>
          <p:cNvPicPr preferRelativeResize="0"/>
          <p:nvPr/>
        </p:nvPicPr>
        <p:blipFill>
          <a:blip r:embed="rId4">
            <a:alphaModFix/>
          </a:blip>
          <a:stretch>
            <a:fillRect/>
          </a:stretch>
        </p:blipFill>
        <p:spPr>
          <a:xfrm>
            <a:off x="3499436" y="1399886"/>
            <a:ext cx="2548624" cy="2534175"/>
          </a:xfrm>
          <a:prstGeom prst="rect">
            <a:avLst/>
          </a:prstGeom>
          <a:noFill/>
          <a:ln>
            <a:noFill/>
          </a:ln>
        </p:spPr>
      </p:pic>
      <p:sp>
        <p:nvSpPr>
          <p:cNvPr id="499" name="Google Shape;499;p66"/>
          <p:cNvSpPr txBox="1"/>
          <p:nvPr/>
        </p:nvSpPr>
        <p:spPr>
          <a:xfrm>
            <a:off x="6071875" y="1604700"/>
            <a:ext cx="2689200" cy="1416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Outfit"/>
                <a:ea typeface="Outfit"/>
                <a:cs typeface="Outfit"/>
                <a:sym typeface="Outfit"/>
              </a:rPr>
              <a:t>3. </a:t>
            </a:r>
            <a:r>
              <a:rPr lang="en" u="sng">
                <a:solidFill>
                  <a:schemeClr val="lt1"/>
                </a:solidFill>
                <a:latin typeface="Outfit"/>
                <a:ea typeface="Outfit"/>
                <a:cs typeface="Outfit"/>
                <a:sym typeface="Outfit"/>
              </a:rPr>
              <a:t>Emotional Analysis &amp; Scoring</a:t>
            </a:r>
            <a:r>
              <a:rPr lang="en">
                <a:solidFill>
                  <a:schemeClr val="lt1"/>
                </a:solidFill>
                <a:latin typeface="Outfit"/>
                <a:ea typeface="Outfit"/>
                <a:cs typeface="Outfit"/>
                <a:sym typeface="Outfit"/>
              </a:rPr>
              <a:t>:</a:t>
            </a:r>
            <a:endParaRPr>
              <a:solidFill>
                <a:schemeClr val="lt1"/>
              </a:solidFill>
              <a:latin typeface="Outfit"/>
              <a:ea typeface="Outfit"/>
              <a:cs typeface="Outfit"/>
              <a:sym typeface="Outfit"/>
            </a:endParaRPr>
          </a:p>
          <a:p>
            <a:pPr indent="0" lvl="0" marL="0" rtl="0" algn="l">
              <a:spcBef>
                <a:spcPts val="0"/>
              </a:spcBef>
              <a:spcAft>
                <a:spcPts val="0"/>
              </a:spcAft>
              <a:buNone/>
            </a:pPr>
            <a:r>
              <a:rPr lang="en" sz="1100">
                <a:solidFill>
                  <a:schemeClr val="lt1"/>
                </a:solidFill>
                <a:latin typeface="Outfit"/>
                <a:ea typeface="Outfit"/>
                <a:cs typeface="Outfit"/>
                <a:sym typeface="Outfit"/>
              </a:rPr>
              <a:t>Using the Emotion Analysis model, the chunks of text are analyzed, and then given an emotion score. From there, they are scored, scaled, and then the weighted average is taken in </a:t>
            </a:r>
            <a:r>
              <a:rPr lang="en" sz="1100">
                <a:solidFill>
                  <a:schemeClr val="lt1"/>
                </a:solidFill>
                <a:latin typeface="Outfit"/>
                <a:ea typeface="Outfit"/>
                <a:cs typeface="Outfit"/>
                <a:sym typeface="Outfit"/>
              </a:rPr>
              <a:t>order</a:t>
            </a:r>
            <a:r>
              <a:rPr lang="en" sz="1100">
                <a:solidFill>
                  <a:schemeClr val="lt1"/>
                </a:solidFill>
                <a:latin typeface="Outfit"/>
                <a:ea typeface="Outfit"/>
                <a:cs typeface="Outfit"/>
                <a:sym typeface="Outfit"/>
              </a:rPr>
              <a:t> to </a:t>
            </a:r>
            <a:r>
              <a:rPr lang="en" sz="1100">
                <a:solidFill>
                  <a:schemeClr val="lt1"/>
                </a:solidFill>
                <a:latin typeface="Outfit"/>
                <a:ea typeface="Outfit"/>
                <a:cs typeface="Outfit"/>
                <a:sym typeface="Outfit"/>
              </a:rPr>
              <a:t>properly classify the emotions present</a:t>
            </a:r>
            <a:endParaRPr sz="1100">
              <a:solidFill>
                <a:schemeClr val="lt1"/>
              </a:solidFill>
              <a:latin typeface="Outfit"/>
              <a:ea typeface="Outfit"/>
              <a:cs typeface="Outfit"/>
              <a:sym typeface="Outfi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7"/>
          <p:cNvSpPr txBox="1"/>
          <p:nvPr>
            <p:ph type="title"/>
          </p:nvPr>
        </p:nvSpPr>
        <p:spPr>
          <a:xfrm>
            <a:off x="1076275" y="436400"/>
            <a:ext cx="6003600" cy="8118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2900">
                <a:latin typeface="Instrument Sans SemiBold"/>
                <a:ea typeface="Instrument Sans SemiBold"/>
                <a:cs typeface="Instrument Sans SemiBold"/>
                <a:sym typeface="Instrument Sans SemiBold"/>
              </a:rPr>
              <a:t>Methodology/Pipeline </a:t>
            </a:r>
            <a:r>
              <a:rPr lang="en" sz="1700">
                <a:latin typeface="Instrument Sans SemiBold"/>
                <a:ea typeface="Instrument Sans SemiBold"/>
                <a:cs typeface="Instrument Sans SemiBold"/>
                <a:sym typeface="Instrument Sans SemiBold"/>
              </a:rPr>
              <a:t>(contd.)</a:t>
            </a:r>
            <a:endParaRPr sz="4800"/>
          </a:p>
        </p:txBody>
      </p:sp>
      <p:pic>
        <p:nvPicPr>
          <p:cNvPr id="505" name="Google Shape;505;p67"/>
          <p:cNvPicPr preferRelativeResize="0"/>
          <p:nvPr/>
        </p:nvPicPr>
        <p:blipFill>
          <a:blip r:embed="rId3">
            <a:alphaModFix/>
          </a:blip>
          <a:stretch>
            <a:fillRect/>
          </a:stretch>
        </p:blipFill>
        <p:spPr>
          <a:xfrm>
            <a:off x="810351" y="1357967"/>
            <a:ext cx="3425499" cy="2275870"/>
          </a:xfrm>
          <a:prstGeom prst="rect">
            <a:avLst/>
          </a:prstGeom>
          <a:noFill/>
          <a:ln>
            <a:noFill/>
          </a:ln>
        </p:spPr>
      </p:pic>
      <p:sp>
        <p:nvSpPr>
          <p:cNvPr id="506" name="Google Shape;506;p67"/>
          <p:cNvSpPr txBox="1"/>
          <p:nvPr/>
        </p:nvSpPr>
        <p:spPr>
          <a:xfrm>
            <a:off x="810350" y="3743600"/>
            <a:ext cx="3425400" cy="1007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Outfit"/>
                <a:ea typeface="Outfit"/>
                <a:cs typeface="Outfit"/>
                <a:sym typeface="Outfit"/>
              </a:rPr>
              <a:t>4. </a:t>
            </a:r>
            <a:r>
              <a:rPr lang="en" u="sng">
                <a:solidFill>
                  <a:schemeClr val="lt1"/>
                </a:solidFill>
                <a:latin typeface="Outfit"/>
                <a:ea typeface="Outfit"/>
                <a:cs typeface="Outfit"/>
                <a:sym typeface="Outfit"/>
              </a:rPr>
              <a:t>Prompt Generation</a:t>
            </a:r>
            <a:r>
              <a:rPr lang="en">
                <a:solidFill>
                  <a:schemeClr val="lt1"/>
                </a:solidFill>
                <a:latin typeface="Outfit"/>
                <a:ea typeface="Outfit"/>
                <a:cs typeface="Outfit"/>
                <a:sym typeface="Outfit"/>
              </a:rPr>
              <a:t>:</a:t>
            </a:r>
            <a:endParaRPr>
              <a:solidFill>
                <a:schemeClr val="lt1"/>
              </a:solidFill>
              <a:latin typeface="Outfit"/>
              <a:ea typeface="Outfit"/>
              <a:cs typeface="Outfit"/>
              <a:sym typeface="Outfit"/>
            </a:endParaRPr>
          </a:p>
          <a:p>
            <a:pPr indent="0" lvl="0" marL="0" rtl="0" algn="l">
              <a:spcBef>
                <a:spcPts val="0"/>
              </a:spcBef>
              <a:spcAft>
                <a:spcPts val="0"/>
              </a:spcAft>
              <a:buNone/>
            </a:pPr>
            <a:r>
              <a:rPr lang="en" sz="1100">
                <a:solidFill>
                  <a:schemeClr val="lt1"/>
                </a:solidFill>
                <a:latin typeface="Outfit"/>
                <a:ea typeface="Outfit"/>
                <a:cs typeface="Outfit"/>
                <a:sym typeface="Outfit"/>
              </a:rPr>
              <a:t>The Promp for the OpenAI model is generated based on the moods from the analysis and classification, as well as the data from the TMDB dataset</a:t>
            </a:r>
            <a:endParaRPr sz="1100">
              <a:solidFill>
                <a:schemeClr val="lt1"/>
              </a:solidFill>
              <a:latin typeface="Outfit"/>
              <a:ea typeface="Outfit"/>
              <a:cs typeface="Outfit"/>
              <a:sym typeface="Outfit"/>
            </a:endParaRPr>
          </a:p>
        </p:txBody>
      </p:sp>
      <p:sp>
        <p:nvSpPr>
          <p:cNvPr id="507" name="Google Shape;507;p67"/>
          <p:cNvSpPr txBox="1"/>
          <p:nvPr/>
        </p:nvSpPr>
        <p:spPr>
          <a:xfrm>
            <a:off x="4572075" y="3743625"/>
            <a:ext cx="3933300" cy="1007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Outfit"/>
                <a:ea typeface="Outfit"/>
                <a:cs typeface="Outfit"/>
                <a:sym typeface="Outfit"/>
              </a:rPr>
              <a:t>5</a:t>
            </a:r>
            <a:r>
              <a:rPr lang="en">
                <a:solidFill>
                  <a:schemeClr val="lt1"/>
                </a:solidFill>
                <a:latin typeface="Outfit"/>
                <a:ea typeface="Outfit"/>
                <a:cs typeface="Outfit"/>
                <a:sym typeface="Outfit"/>
              </a:rPr>
              <a:t>. </a:t>
            </a:r>
            <a:r>
              <a:rPr lang="en" u="sng">
                <a:solidFill>
                  <a:schemeClr val="lt1"/>
                </a:solidFill>
                <a:latin typeface="Outfit"/>
                <a:ea typeface="Outfit"/>
                <a:cs typeface="Outfit"/>
                <a:sym typeface="Outfit"/>
              </a:rPr>
              <a:t>Lyrics Generation</a:t>
            </a:r>
            <a:r>
              <a:rPr lang="en">
                <a:solidFill>
                  <a:schemeClr val="lt1"/>
                </a:solidFill>
                <a:latin typeface="Outfit"/>
                <a:ea typeface="Outfit"/>
                <a:cs typeface="Outfit"/>
                <a:sym typeface="Outfit"/>
              </a:rPr>
              <a:t>:</a:t>
            </a:r>
            <a:endParaRPr>
              <a:solidFill>
                <a:schemeClr val="lt1"/>
              </a:solidFill>
              <a:latin typeface="Outfit"/>
              <a:ea typeface="Outfit"/>
              <a:cs typeface="Outfit"/>
              <a:sym typeface="Outfit"/>
            </a:endParaRPr>
          </a:p>
          <a:p>
            <a:pPr indent="0" lvl="0" marL="0" rtl="0" algn="l">
              <a:spcBef>
                <a:spcPts val="0"/>
              </a:spcBef>
              <a:spcAft>
                <a:spcPts val="0"/>
              </a:spcAft>
              <a:buNone/>
            </a:pPr>
            <a:r>
              <a:rPr lang="en" sz="1100">
                <a:solidFill>
                  <a:schemeClr val="lt1"/>
                </a:solidFill>
                <a:latin typeface="Outfit"/>
                <a:ea typeface="Outfit"/>
                <a:cs typeface="Outfit"/>
                <a:sym typeface="Outfit"/>
              </a:rPr>
              <a:t>The lyrics are generated accordingly with the promp, and are returned in real time.</a:t>
            </a:r>
            <a:endParaRPr sz="1100">
              <a:solidFill>
                <a:schemeClr val="lt1"/>
              </a:solidFill>
              <a:latin typeface="Outfit"/>
              <a:ea typeface="Outfit"/>
              <a:cs typeface="Outfit"/>
              <a:sym typeface="Outfit"/>
            </a:endParaRPr>
          </a:p>
        </p:txBody>
      </p:sp>
      <p:pic>
        <p:nvPicPr>
          <p:cNvPr id="508" name="Google Shape;508;p67"/>
          <p:cNvPicPr preferRelativeResize="0"/>
          <p:nvPr/>
        </p:nvPicPr>
        <p:blipFill>
          <a:blip r:embed="rId4">
            <a:alphaModFix/>
          </a:blip>
          <a:stretch>
            <a:fillRect/>
          </a:stretch>
        </p:blipFill>
        <p:spPr>
          <a:xfrm>
            <a:off x="4572075" y="1329692"/>
            <a:ext cx="3933299" cy="226153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8"/>
          <p:cNvSpPr txBox="1"/>
          <p:nvPr>
            <p:ph type="title"/>
          </p:nvPr>
        </p:nvSpPr>
        <p:spPr>
          <a:xfrm>
            <a:off x="284775" y="282900"/>
            <a:ext cx="4420200" cy="1237500"/>
          </a:xfrm>
          <a:prstGeom prst="rect">
            <a:avLst/>
          </a:prstGeom>
        </p:spPr>
        <p:txBody>
          <a:bodyPr anchorCtr="0" anchor="t" bIns="0" lIns="0" spcFirstLastPara="1" rIns="0" wrap="square" tIns="0">
            <a:spAutoFit/>
          </a:bodyPr>
          <a:lstStyle/>
          <a:p>
            <a:pPr indent="0" lvl="0" marL="0" rtl="0" algn="l">
              <a:lnSpc>
                <a:spcPct val="80000"/>
              </a:lnSpc>
              <a:spcBef>
                <a:spcPts val="0"/>
              </a:spcBef>
              <a:spcAft>
                <a:spcPts val="0"/>
              </a:spcAft>
              <a:buNone/>
            </a:pPr>
            <a:r>
              <a:rPr lang="en" sz="6000"/>
              <a:t>Visualization</a:t>
            </a:r>
            <a:endParaRPr sz="6000"/>
          </a:p>
          <a:p>
            <a:pPr indent="0" lvl="0" marL="0" rtl="0" algn="l">
              <a:spcBef>
                <a:spcPts val="0"/>
              </a:spcBef>
              <a:spcAft>
                <a:spcPts val="0"/>
              </a:spcAft>
              <a:buNone/>
            </a:pPr>
            <a:r>
              <a:t/>
            </a:r>
            <a:endParaRPr/>
          </a:p>
        </p:txBody>
      </p:sp>
      <p:pic>
        <p:nvPicPr>
          <p:cNvPr id="514" name="Google Shape;514;p68"/>
          <p:cNvPicPr preferRelativeResize="0"/>
          <p:nvPr/>
        </p:nvPicPr>
        <p:blipFill>
          <a:blip r:embed="rId3">
            <a:alphaModFix/>
          </a:blip>
          <a:stretch>
            <a:fillRect/>
          </a:stretch>
        </p:blipFill>
        <p:spPr>
          <a:xfrm>
            <a:off x="654300" y="1338226"/>
            <a:ext cx="2887929" cy="3280125"/>
          </a:xfrm>
          <a:prstGeom prst="rect">
            <a:avLst/>
          </a:prstGeom>
          <a:noFill/>
          <a:ln>
            <a:noFill/>
          </a:ln>
        </p:spPr>
      </p:pic>
      <p:pic>
        <p:nvPicPr>
          <p:cNvPr id="515" name="Google Shape;515;p68"/>
          <p:cNvPicPr preferRelativeResize="0"/>
          <p:nvPr/>
        </p:nvPicPr>
        <p:blipFill>
          <a:blip r:embed="rId4">
            <a:alphaModFix/>
          </a:blip>
          <a:stretch>
            <a:fillRect/>
          </a:stretch>
        </p:blipFill>
        <p:spPr>
          <a:xfrm>
            <a:off x="4757501" y="2381787"/>
            <a:ext cx="3042725" cy="2595726"/>
          </a:xfrm>
          <a:prstGeom prst="rect">
            <a:avLst/>
          </a:prstGeom>
          <a:noFill/>
          <a:ln>
            <a:noFill/>
          </a:ln>
        </p:spPr>
      </p:pic>
      <p:pic>
        <p:nvPicPr>
          <p:cNvPr id="516" name="Google Shape;516;p68"/>
          <p:cNvPicPr preferRelativeResize="0"/>
          <p:nvPr/>
        </p:nvPicPr>
        <p:blipFill>
          <a:blip r:embed="rId5">
            <a:alphaModFix/>
          </a:blip>
          <a:stretch>
            <a:fillRect/>
          </a:stretch>
        </p:blipFill>
        <p:spPr>
          <a:xfrm>
            <a:off x="4757501" y="150832"/>
            <a:ext cx="2065300" cy="31719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9"/>
          <p:cNvSpPr txBox="1"/>
          <p:nvPr>
            <p:ph type="title"/>
          </p:nvPr>
        </p:nvSpPr>
        <p:spPr>
          <a:xfrm>
            <a:off x="284775" y="252550"/>
            <a:ext cx="5247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Key Takeaways</a:t>
            </a:r>
            <a:endParaRPr/>
          </a:p>
        </p:txBody>
      </p:sp>
      <p:sp>
        <p:nvSpPr>
          <p:cNvPr id="522" name="Google Shape;522;p69"/>
          <p:cNvSpPr txBox="1"/>
          <p:nvPr/>
        </p:nvSpPr>
        <p:spPr>
          <a:xfrm>
            <a:off x="418775" y="905800"/>
            <a:ext cx="8473800" cy="35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lt1"/>
                </a:solidFill>
                <a:latin typeface="Outfit"/>
                <a:ea typeface="Outfit"/>
                <a:cs typeface="Outfit"/>
                <a:sym typeface="Outfit"/>
              </a:rPr>
              <a:t>Learned</a:t>
            </a:r>
            <a:r>
              <a:rPr lang="en" sz="1600">
                <a:solidFill>
                  <a:schemeClr val="lt1"/>
                </a:solidFill>
                <a:latin typeface="Outfit"/>
                <a:ea typeface="Outfit"/>
                <a:cs typeface="Outfit"/>
                <a:sym typeface="Outfit"/>
              </a:rPr>
              <a:t>:</a:t>
            </a:r>
            <a:endParaRPr sz="1600">
              <a:solidFill>
                <a:schemeClr val="lt1"/>
              </a:solidFill>
              <a:latin typeface="Outfit"/>
              <a:ea typeface="Outfit"/>
              <a:cs typeface="Outfit"/>
              <a:sym typeface="Outfit"/>
            </a:endParaRPr>
          </a:p>
          <a:p>
            <a:pPr indent="-304800" lvl="0" marL="457200" rtl="0" algn="l">
              <a:spcBef>
                <a:spcPts val="0"/>
              </a:spcBef>
              <a:spcAft>
                <a:spcPts val="0"/>
              </a:spcAft>
              <a:buClr>
                <a:schemeClr val="lt1"/>
              </a:buClr>
              <a:buSzPts val="1200"/>
              <a:buFont typeface="Outfit"/>
              <a:buChar char="-"/>
            </a:pPr>
            <a:r>
              <a:rPr lang="en" sz="1200">
                <a:solidFill>
                  <a:schemeClr val="lt1"/>
                </a:solidFill>
                <a:latin typeface="Outfit"/>
                <a:ea typeface="Outfit"/>
                <a:cs typeface="Outfit"/>
                <a:sym typeface="Outfit"/>
              </a:rPr>
              <a:t>How to integrate models to analyze and classify data</a:t>
            </a:r>
            <a:endParaRPr sz="1200">
              <a:solidFill>
                <a:schemeClr val="lt1"/>
              </a:solidFill>
              <a:latin typeface="Outfit"/>
              <a:ea typeface="Outfit"/>
              <a:cs typeface="Outfit"/>
              <a:sym typeface="Outfit"/>
            </a:endParaRPr>
          </a:p>
          <a:p>
            <a:pPr indent="-304800" lvl="0" marL="457200" rtl="0" algn="l">
              <a:spcBef>
                <a:spcPts val="0"/>
              </a:spcBef>
              <a:spcAft>
                <a:spcPts val="0"/>
              </a:spcAft>
              <a:buClr>
                <a:schemeClr val="lt1"/>
              </a:buClr>
              <a:buSzPts val="1200"/>
              <a:buFont typeface="Outfit"/>
              <a:buChar char="-"/>
            </a:pPr>
            <a:r>
              <a:rPr lang="en" sz="1200">
                <a:solidFill>
                  <a:schemeClr val="lt1"/>
                </a:solidFill>
                <a:latin typeface="Outfit"/>
                <a:ea typeface="Outfit"/>
                <a:cs typeface="Outfit"/>
                <a:sym typeface="Outfit"/>
              </a:rPr>
              <a:t>How to clean and </a:t>
            </a:r>
            <a:r>
              <a:rPr lang="en" sz="1200">
                <a:solidFill>
                  <a:schemeClr val="lt1"/>
                </a:solidFill>
                <a:latin typeface="Outfit"/>
                <a:ea typeface="Outfit"/>
                <a:cs typeface="Outfit"/>
                <a:sym typeface="Outfit"/>
              </a:rPr>
              <a:t>process</a:t>
            </a:r>
            <a:r>
              <a:rPr lang="en" sz="1200">
                <a:solidFill>
                  <a:schemeClr val="lt1"/>
                </a:solidFill>
                <a:latin typeface="Outfit"/>
                <a:ea typeface="Outfit"/>
                <a:cs typeface="Outfit"/>
                <a:sym typeface="Outfit"/>
              </a:rPr>
              <a:t> data for Artificial Intelligence to utilize</a:t>
            </a:r>
            <a:endParaRPr sz="1200">
              <a:solidFill>
                <a:schemeClr val="lt1"/>
              </a:solidFill>
              <a:latin typeface="Outfit"/>
              <a:ea typeface="Outfit"/>
              <a:cs typeface="Outfit"/>
              <a:sym typeface="Outfit"/>
            </a:endParaRPr>
          </a:p>
          <a:p>
            <a:pPr indent="-304800" lvl="0" marL="457200" rtl="0" algn="l">
              <a:spcBef>
                <a:spcPts val="0"/>
              </a:spcBef>
              <a:spcAft>
                <a:spcPts val="0"/>
              </a:spcAft>
              <a:buClr>
                <a:schemeClr val="lt1"/>
              </a:buClr>
              <a:buSzPts val="1200"/>
              <a:buFont typeface="Outfit"/>
              <a:buChar char="-"/>
            </a:pPr>
            <a:r>
              <a:rPr lang="en" sz="1200">
                <a:solidFill>
                  <a:schemeClr val="lt1"/>
                </a:solidFill>
                <a:latin typeface="Outfit"/>
                <a:ea typeface="Outfit"/>
                <a:cs typeface="Outfit"/>
                <a:sym typeface="Outfit"/>
              </a:rPr>
              <a:t>How to combine multiple AI into one project</a:t>
            </a:r>
            <a:endParaRPr sz="1200">
              <a:solidFill>
                <a:schemeClr val="lt1"/>
              </a:solidFill>
              <a:latin typeface="Outfit"/>
              <a:ea typeface="Outfit"/>
              <a:cs typeface="Outfit"/>
              <a:sym typeface="Outfit"/>
            </a:endParaRPr>
          </a:p>
          <a:p>
            <a:pPr indent="0" lvl="0" marL="457200" rtl="0" algn="l">
              <a:spcBef>
                <a:spcPts val="0"/>
              </a:spcBef>
              <a:spcAft>
                <a:spcPts val="0"/>
              </a:spcAft>
              <a:buNone/>
            </a:pPr>
            <a:r>
              <a:t/>
            </a:r>
            <a:endParaRPr sz="1200">
              <a:solidFill>
                <a:schemeClr val="lt1"/>
              </a:solidFill>
              <a:latin typeface="Outfit"/>
              <a:ea typeface="Outfit"/>
              <a:cs typeface="Outfit"/>
              <a:sym typeface="Outfit"/>
            </a:endParaRPr>
          </a:p>
          <a:p>
            <a:pPr indent="0" lvl="0" marL="0" rtl="0" algn="l">
              <a:spcBef>
                <a:spcPts val="0"/>
              </a:spcBef>
              <a:spcAft>
                <a:spcPts val="0"/>
              </a:spcAft>
              <a:buNone/>
            </a:pPr>
            <a:r>
              <a:rPr lang="en" sz="1600" u="sng">
                <a:solidFill>
                  <a:schemeClr val="lt1"/>
                </a:solidFill>
                <a:latin typeface="Outfit"/>
                <a:ea typeface="Outfit"/>
                <a:cs typeface="Outfit"/>
                <a:sym typeface="Outfit"/>
              </a:rPr>
              <a:t>Possible Improvements</a:t>
            </a:r>
            <a:r>
              <a:rPr lang="en" sz="1600">
                <a:solidFill>
                  <a:schemeClr val="lt1"/>
                </a:solidFill>
                <a:latin typeface="Outfit"/>
                <a:ea typeface="Outfit"/>
                <a:cs typeface="Outfit"/>
                <a:sym typeface="Outfit"/>
              </a:rPr>
              <a:t>:</a:t>
            </a:r>
            <a:endParaRPr sz="1600">
              <a:solidFill>
                <a:schemeClr val="lt1"/>
              </a:solidFill>
              <a:latin typeface="Outfit"/>
              <a:ea typeface="Outfit"/>
              <a:cs typeface="Outfit"/>
              <a:sym typeface="Outfit"/>
            </a:endParaRPr>
          </a:p>
          <a:p>
            <a:pPr indent="-304800" lvl="0" marL="457200" rtl="0" algn="l">
              <a:spcBef>
                <a:spcPts val="0"/>
              </a:spcBef>
              <a:spcAft>
                <a:spcPts val="0"/>
              </a:spcAft>
              <a:buClr>
                <a:schemeClr val="lt1"/>
              </a:buClr>
              <a:buSzPts val="1200"/>
              <a:buFont typeface="Outfit"/>
              <a:buChar char="-"/>
            </a:pPr>
            <a:r>
              <a:rPr lang="en" sz="1200">
                <a:solidFill>
                  <a:schemeClr val="lt1"/>
                </a:solidFill>
                <a:latin typeface="Outfit"/>
                <a:ea typeface="Outfit"/>
                <a:cs typeface="Outfit"/>
                <a:sym typeface="Outfit"/>
              </a:rPr>
              <a:t>Increase accessibility by finding a workaround for needing an API key to access OpenAI’s model</a:t>
            </a:r>
            <a:endParaRPr sz="1200">
              <a:solidFill>
                <a:schemeClr val="lt1"/>
              </a:solidFill>
              <a:latin typeface="Outfit"/>
              <a:ea typeface="Outfit"/>
              <a:cs typeface="Outfit"/>
              <a:sym typeface="Outfit"/>
            </a:endParaRPr>
          </a:p>
          <a:p>
            <a:pPr indent="-304800" lvl="0" marL="457200" rtl="0" algn="l">
              <a:spcBef>
                <a:spcPts val="0"/>
              </a:spcBef>
              <a:spcAft>
                <a:spcPts val="0"/>
              </a:spcAft>
              <a:buClr>
                <a:schemeClr val="lt1"/>
              </a:buClr>
              <a:buSzPts val="1200"/>
              <a:buFont typeface="Outfit"/>
              <a:buChar char="-"/>
            </a:pPr>
            <a:r>
              <a:rPr lang="en" sz="1200">
                <a:solidFill>
                  <a:schemeClr val="lt1"/>
                </a:solidFill>
                <a:latin typeface="Outfit"/>
                <a:ea typeface="Outfit"/>
                <a:cs typeface="Outfit"/>
                <a:sym typeface="Outfit"/>
              </a:rPr>
              <a:t>Improve the emotional evaulation of the model by traning it with more data, or replacing it with a more advanced model overall</a:t>
            </a:r>
            <a:endParaRPr sz="1200">
              <a:solidFill>
                <a:schemeClr val="lt1"/>
              </a:solidFill>
              <a:latin typeface="Outfit"/>
              <a:ea typeface="Outfit"/>
              <a:cs typeface="Outfit"/>
              <a:sym typeface="Outfit"/>
            </a:endParaRPr>
          </a:p>
          <a:p>
            <a:pPr indent="-304800" lvl="0" marL="457200" rtl="0" algn="l">
              <a:spcBef>
                <a:spcPts val="0"/>
              </a:spcBef>
              <a:spcAft>
                <a:spcPts val="0"/>
              </a:spcAft>
              <a:buClr>
                <a:schemeClr val="lt1"/>
              </a:buClr>
              <a:buSzPts val="1200"/>
              <a:buFont typeface="Outfit"/>
              <a:buChar char="-"/>
            </a:pPr>
            <a:r>
              <a:rPr lang="en" sz="1200">
                <a:solidFill>
                  <a:schemeClr val="lt1"/>
                </a:solidFill>
                <a:latin typeface="Outfit"/>
                <a:ea typeface="Outfit"/>
                <a:cs typeface="Outfit"/>
                <a:sym typeface="Outfit"/>
              </a:rPr>
              <a:t>Have a larger dataset for more movies to choose from</a:t>
            </a:r>
            <a:endParaRPr sz="1200">
              <a:solidFill>
                <a:schemeClr val="lt1"/>
              </a:solidFill>
              <a:latin typeface="Outfit"/>
              <a:ea typeface="Outfit"/>
              <a:cs typeface="Outfit"/>
              <a:sym typeface="Outfit"/>
            </a:endParaRPr>
          </a:p>
          <a:p>
            <a:pPr indent="-304800" lvl="0" marL="457200" rtl="0" algn="l">
              <a:spcBef>
                <a:spcPts val="0"/>
              </a:spcBef>
              <a:spcAft>
                <a:spcPts val="0"/>
              </a:spcAft>
              <a:buClr>
                <a:schemeClr val="lt1"/>
              </a:buClr>
              <a:buSzPts val="1200"/>
              <a:buFont typeface="Outfit"/>
              <a:buChar char="-"/>
            </a:pPr>
            <a:r>
              <a:rPr lang="en" sz="1200">
                <a:solidFill>
                  <a:schemeClr val="lt1"/>
                </a:solidFill>
                <a:latin typeface="Outfit"/>
                <a:ea typeface="Outfit"/>
                <a:cs typeface="Outfit"/>
                <a:sym typeface="Outfit"/>
              </a:rPr>
              <a:t>More in-depth user control (genre filter, diction control, song genre type, etc.)</a:t>
            </a:r>
            <a:endParaRPr sz="1200">
              <a:solidFill>
                <a:schemeClr val="lt1"/>
              </a:solidFill>
              <a:latin typeface="Outfit"/>
              <a:ea typeface="Outfit"/>
              <a:cs typeface="Outfit"/>
              <a:sym typeface="Outfi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0"/>
          <p:cNvSpPr txBox="1"/>
          <p:nvPr/>
        </p:nvSpPr>
        <p:spPr>
          <a:xfrm>
            <a:off x="273225" y="162325"/>
            <a:ext cx="5075100" cy="13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lt1"/>
                </a:solidFill>
                <a:latin typeface="Outfit"/>
                <a:ea typeface="Outfit"/>
                <a:cs typeface="Outfit"/>
                <a:sym typeface="Outfit"/>
              </a:rPr>
              <a:t>References</a:t>
            </a:r>
            <a:endParaRPr sz="3200">
              <a:solidFill>
                <a:schemeClr val="lt1"/>
              </a:solidFill>
              <a:latin typeface="Outfit"/>
              <a:ea typeface="Outfit"/>
              <a:cs typeface="Outfit"/>
              <a:sym typeface="Outfit"/>
            </a:endParaRPr>
          </a:p>
        </p:txBody>
      </p:sp>
      <p:sp>
        <p:nvSpPr>
          <p:cNvPr id="528" name="Google Shape;528;p70"/>
          <p:cNvSpPr txBox="1"/>
          <p:nvPr/>
        </p:nvSpPr>
        <p:spPr>
          <a:xfrm>
            <a:off x="420850" y="1436850"/>
            <a:ext cx="7715100" cy="1293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200">
                <a:solidFill>
                  <a:schemeClr val="lt1"/>
                </a:solidFill>
                <a:latin typeface="Outfit"/>
                <a:ea typeface="Outfit"/>
                <a:cs typeface="Outfit"/>
                <a:sym typeface="Outfit"/>
              </a:rPr>
              <a:t>Jochen Hartmann, "Emotion English DistilRoBERTa-base". https://huggingface.co/j-hartmann/emotion-english-distilroberta-base/, 2022.</a:t>
            </a:r>
            <a:endParaRPr sz="1200">
              <a:solidFill>
                <a:schemeClr val="lt1"/>
              </a:solidFill>
              <a:latin typeface="Outfit"/>
              <a:ea typeface="Outfit"/>
              <a:cs typeface="Outfit"/>
              <a:sym typeface="Outfit"/>
            </a:endParaRPr>
          </a:p>
          <a:p>
            <a:pPr indent="0" lvl="0" marL="0" rtl="0" algn="l">
              <a:lnSpc>
                <a:spcPct val="100000"/>
              </a:lnSpc>
              <a:spcBef>
                <a:spcPts val="0"/>
              </a:spcBef>
              <a:spcAft>
                <a:spcPts val="0"/>
              </a:spcAft>
              <a:buNone/>
            </a:pPr>
            <a:r>
              <a:t/>
            </a:r>
            <a:endParaRPr sz="1200">
              <a:solidFill>
                <a:schemeClr val="lt1"/>
              </a:solidFill>
              <a:latin typeface="Outfit"/>
              <a:ea typeface="Outfit"/>
              <a:cs typeface="Outfit"/>
              <a:sym typeface="Outfit"/>
            </a:endParaRPr>
          </a:p>
          <a:p>
            <a:pPr indent="0" lvl="0" marL="0" rtl="0" algn="l">
              <a:lnSpc>
                <a:spcPct val="100000"/>
              </a:lnSpc>
              <a:spcBef>
                <a:spcPts val="0"/>
              </a:spcBef>
              <a:spcAft>
                <a:spcPts val="0"/>
              </a:spcAft>
              <a:buNone/>
            </a:pPr>
            <a:r>
              <a:rPr lang="en" sz="1200">
                <a:solidFill>
                  <a:schemeClr val="lt1"/>
                </a:solidFill>
                <a:latin typeface="Outfit"/>
                <a:ea typeface="Outfit"/>
                <a:cs typeface="Outfit"/>
                <a:sym typeface="Outfit"/>
              </a:rPr>
              <a:t>Raof, Hassan. “Top10K-TMDB-Movies.csv.” </a:t>
            </a:r>
            <a:r>
              <a:rPr i="1" lang="en" sz="1200">
                <a:solidFill>
                  <a:schemeClr val="lt1"/>
                </a:solidFill>
                <a:latin typeface="Outfit"/>
                <a:ea typeface="Outfit"/>
                <a:cs typeface="Outfit"/>
                <a:sym typeface="Outfit"/>
              </a:rPr>
              <a:t>Kaggle.com</a:t>
            </a:r>
            <a:r>
              <a:rPr lang="en" sz="1200">
                <a:solidFill>
                  <a:schemeClr val="lt1"/>
                </a:solidFill>
                <a:latin typeface="Outfit"/>
                <a:ea typeface="Outfit"/>
                <a:cs typeface="Outfit"/>
                <a:sym typeface="Outfit"/>
              </a:rPr>
              <a:t>, 2024, www.kaggle.com/datasets/hassanraof/top10k-tmdb-movies-csv. Accessed 28 Apr. 2026.</a:t>
            </a:r>
            <a:endParaRPr sz="1200">
              <a:solidFill>
                <a:schemeClr val="lt1"/>
              </a:solidFill>
              <a:latin typeface="Outfit"/>
              <a:ea typeface="Outfit"/>
              <a:cs typeface="Outfit"/>
              <a:sym typeface="Outfit"/>
            </a:endParaRPr>
          </a:p>
          <a:p>
            <a:pPr indent="0" lvl="0" marL="0" rtl="0" algn="l">
              <a:lnSpc>
                <a:spcPct val="100000"/>
              </a:lnSpc>
              <a:spcBef>
                <a:spcPts val="0"/>
              </a:spcBef>
              <a:spcAft>
                <a:spcPts val="0"/>
              </a:spcAft>
              <a:buNone/>
            </a:pPr>
            <a:r>
              <a:t/>
            </a:r>
            <a:endParaRPr sz="1200">
              <a:solidFill>
                <a:schemeClr val="lt1"/>
              </a:solidFill>
              <a:latin typeface="Outfit"/>
              <a:ea typeface="Outfit"/>
              <a:cs typeface="Outfit"/>
              <a:sym typeface="Outfi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rket Research Review | Bento">
  <a:themeElements>
    <a:clrScheme name="Simple Light">
      <a:dk1>
        <a:srgbClr val="F0F0F0"/>
      </a:dk1>
      <a:lt1>
        <a:srgbClr val="3D3D3D"/>
      </a:lt1>
      <a:dk2>
        <a:srgbClr val="FFBDE9"/>
      </a:dk2>
      <a:lt2>
        <a:srgbClr val="FFFCFA"/>
      </a:lt2>
      <a:accent1>
        <a:srgbClr val="FE5418"/>
      </a:accent1>
      <a:accent2>
        <a:srgbClr val="5237E6"/>
      </a:accent2>
      <a:accent3>
        <a:srgbClr val="7DDA92"/>
      </a:accent3>
      <a:accent4>
        <a:srgbClr val="B8A7FF"/>
      </a:accent4>
      <a:accent5>
        <a:srgbClr val="039366"/>
      </a:accent5>
      <a:accent6>
        <a:srgbClr val="E992D5"/>
      </a:accent6>
      <a:hlink>
        <a:srgbClr val="E1E5E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